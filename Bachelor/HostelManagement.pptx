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75" r:id="rId2"/>
    <p:sldId id="257" r:id="rId3"/>
    <p:sldId id="258" r:id="rId4"/>
    <p:sldId id="266" r:id="rId5"/>
    <p:sldId id="271" r:id="rId6"/>
    <p:sldId id="280" r:id="rId7"/>
    <p:sldId id="272" r:id="rId8"/>
    <p:sldId id="278" r:id="rId9"/>
    <p:sldId id="279" r:id="rId10"/>
    <p:sldId id="273" r:id="rId11"/>
    <p:sldId id="277" r:id="rId12"/>
    <p:sldId id="274" r:id="rId13"/>
    <p:sldId id="267" r:id="rId14"/>
    <p:sldId id="276" r:id="rId1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 varScale="1">
        <p:scale>
          <a:sx n="69" d="100"/>
          <a:sy n="69" d="100"/>
        </p:scale>
        <p:origin x="13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2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7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9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5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5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1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7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7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9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498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56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255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62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62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7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8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088328"/>
            <a:ext cx="23622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Supervised by</a:t>
            </a:r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Md.Nahid Anwar</a:t>
            </a:r>
          </a:p>
          <a:p>
            <a:r>
              <a:rPr lang="en-US" dirty="0"/>
              <a:t>Lecturer ,</a:t>
            </a:r>
          </a:p>
          <a:p>
            <a:r>
              <a:rPr lang="en-US" dirty="0"/>
              <a:t>Dept. </a:t>
            </a:r>
            <a:r>
              <a:rPr lang="en-US" dirty="0" smtClean="0"/>
              <a:t>of CSE, </a:t>
            </a:r>
            <a:r>
              <a:rPr lang="en-US" dirty="0"/>
              <a:t>BUBT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88345" y="4088328"/>
            <a:ext cx="4572000" cy="19287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lang="en-US" sz="2800" b="1" spc="-160" dirty="0"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800" b="1" spc="-140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sz="2800" b="1" spc="-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spc="-229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pc="-125" dirty="0">
                <a:cs typeface="Arial"/>
              </a:rPr>
              <a:t>Md. Kawsher Mahbub         </a:t>
            </a:r>
            <a:r>
              <a:rPr lang="en-US" spc="-125" dirty="0" smtClean="0">
                <a:cs typeface="Arial"/>
              </a:rPr>
              <a:t> </a:t>
            </a:r>
            <a:r>
              <a:rPr lang="en-US" spc="-125" dirty="0">
                <a:cs typeface="Arial"/>
              </a:rPr>
              <a:t>ID:16172103282</a:t>
            </a: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pc="-125" dirty="0">
                <a:cs typeface="Arial"/>
              </a:rPr>
              <a:t>Amit Das                               ID:16172103297</a:t>
            </a: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pc="-125" dirty="0">
                <a:cs typeface="Arial"/>
              </a:rPr>
              <a:t>Sikder Md. Saiful Islam        </a:t>
            </a:r>
            <a:r>
              <a:rPr lang="en-US" spc="-125" dirty="0" smtClean="0">
                <a:cs typeface="Arial"/>
              </a:rPr>
              <a:t>ID</a:t>
            </a:r>
            <a:r>
              <a:rPr lang="en-US" spc="-125" dirty="0">
                <a:cs typeface="Arial"/>
              </a:rPr>
              <a:t>: 16172103316</a:t>
            </a: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533400"/>
            <a:ext cx="76622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5080" algn="r">
              <a:lnSpc>
                <a:spcPct val="100000"/>
              </a:lnSpc>
              <a:buClr>
                <a:schemeClr val="accent5"/>
              </a:buClr>
              <a:tabLst>
                <a:tab pos="268605" algn="l"/>
              </a:tabLst>
            </a:pPr>
            <a:r>
              <a:rPr lang="en-US" sz="5400" spc="-135" dirty="0">
                <a:latin typeface="Calibri" panose="020F0502020204030204" pitchFamily="34" charset="0"/>
                <a:cs typeface="Calibri" panose="020F0502020204030204" pitchFamily="34" charset="0"/>
              </a:rPr>
              <a:t>Hostel Management System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7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328" y="1524000"/>
            <a:ext cx="7848600" cy="4184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buClr>
                <a:srgbClr val="2CA1BE"/>
              </a:buClr>
              <a:buSzPct val="66666"/>
              <a:tabLst>
                <a:tab pos="269240" algn="l"/>
                <a:tab pos="4116070" algn="l"/>
              </a:tabLst>
            </a:pPr>
            <a:r>
              <a:rPr sz="2700" spc="40" dirty="0" smtClean="0">
                <a:latin typeface="Arial"/>
                <a:cs typeface="Arial"/>
              </a:rPr>
              <a:t>It </a:t>
            </a:r>
            <a:r>
              <a:rPr sz="2700" spc="-140" dirty="0" smtClean="0">
                <a:latin typeface="Arial"/>
                <a:cs typeface="Arial"/>
              </a:rPr>
              <a:t>is </a:t>
            </a:r>
            <a:r>
              <a:rPr sz="2700" spc="-210" dirty="0" smtClean="0">
                <a:latin typeface="Arial"/>
                <a:cs typeface="Arial"/>
              </a:rPr>
              <a:t>a </a:t>
            </a:r>
            <a:r>
              <a:rPr sz="2700" spc="-160" dirty="0" smtClean="0">
                <a:latin typeface="Arial"/>
                <a:cs typeface="Arial"/>
              </a:rPr>
              <a:t>system</a:t>
            </a:r>
            <a:r>
              <a:rPr sz="2700" spc="-204" dirty="0" smtClean="0">
                <a:latin typeface="Arial"/>
                <a:cs typeface="Arial"/>
              </a:rPr>
              <a:t> </a:t>
            </a:r>
            <a:r>
              <a:rPr sz="2700" spc="-10" dirty="0" smtClean="0">
                <a:latin typeface="Arial"/>
                <a:cs typeface="Arial"/>
              </a:rPr>
              <a:t>for</a:t>
            </a:r>
            <a:r>
              <a:rPr sz="2700" spc="-125" dirty="0" smtClean="0">
                <a:latin typeface="Arial"/>
                <a:cs typeface="Arial"/>
              </a:rPr>
              <a:t> </a:t>
            </a:r>
            <a:r>
              <a:rPr sz="2700" spc="-140" dirty="0" smtClean="0">
                <a:latin typeface="Arial"/>
                <a:cs typeface="Arial"/>
              </a:rPr>
              <a:t>managing</a:t>
            </a:r>
            <a:r>
              <a:rPr lang="en-US" sz="2700" spc="-140" dirty="0" smtClean="0">
                <a:latin typeface="Arial"/>
                <a:cs typeface="Arial"/>
              </a:rPr>
              <a:t> </a:t>
            </a:r>
            <a:r>
              <a:rPr sz="2700" spc="-30" dirty="0" smtClean="0">
                <a:latin typeface="Arial"/>
                <a:cs typeface="Arial"/>
              </a:rPr>
              <a:t>the </a:t>
            </a:r>
            <a:r>
              <a:rPr sz="2700" spc="-90" dirty="0" smtClean="0">
                <a:latin typeface="Arial"/>
                <a:cs typeface="Arial"/>
              </a:rPr>
              <a:t>hostel</a:t>
            </a:r>
            <a:r>
              <a:rPr sz="2700" spc="-315" dirty="0" smtClean="0">
                <a:latin typeface="Arial"/>
                <a:cs typeface="Arial"/>
              </a:rPr>
              <a:t> </a:t>
            </a:r>
            <a:r>
              <a:rPr sz="2700" spc="-65" dirty="0" smtClean="0">
                <a:latin typeface="Arial"/>
                <a:cs typeface="Arial"/>
              </a:rPr>
              <a:t>activities</a:t>
            </a:r>
            <a:endParaRPr sz="2700" dirty="0" smtClean="0">
              <a:latin typeface="Arial"/>
              <a:cs typeface="Arial"/>
            </a:endParaRPr>
          </a:p>
          <a:p>
            <a:pPr marR="2237740">
              <a:lnSpc>
                <a:spcPct val="112599"/>
              </a:lnSpc>
              <a:buClr>
                <a:srgbClr val="2CA1BE"/>
              </a:buClr>
              <a:buSzPct val="66666"/>
              <a:tabLst>
                <a:tab pos="269240" algn="l"/>
              </a:tabLst>
            </a:pPr>
            <a:r>
              <a:rPr sz="2700" spc="40" dirty="0" smtClean="0">
                <a:latin typeface="Arial"/>
                <a:cs typeface="Arial"/>
              </a:rPr>
              <a:t>It </a:t>
            </a:r>
            <a:r>
              <a:rPr sz="2700" spc="-130" dirty="0">
                <a:latin typeface="Arial"/>
                <a:cs typeface="Arial"/>
              </a:rPr>
              <a:t>helps </a:t>
            </a:r>
            <a:r>
              <a:rPr sz="2700" spc="-30" dirty="0">
                <a:latin typeface="Arial"/>
                <a:cs typeface="Arial"/>
              </a:rPr>
              <a:t>the </a:t>
            </a:r>
            <a:r>
              <a:rPr sz="2700" spc="-90" dirty="0" smtClean="0">
                <a:latin typeface="Arial"/>
                <a:cs typeface="Arial"/>
              </a:rPr>
              <a:t>admin </a:t>
            </a:r>
            <a:r>
              <a:rPr sz="2700" spc="20" dirty="0" smtClean="0">
                <a:latin typeface="Arial"/>
                <a:cs typeface="Arial"/>
              </a:rPr>
              <a:t>to</a:t>
            </a:r>
            <a:r>
              <a:rPr sz="2700" spc="-570" dirty="0" smtClean="0">
                <a:latin typeface="Arial"/>
                <a:cs typeface="Arial"/>
              </a:rPr>
              <a:t> </a:t>
            </a:r>
            <a:r>
              <a:rPr sz="2700" spc="-170" dirty="0" smtClean="0">
                <a:latin typeface="Arial"/>
                <a:cs typeface="Arial"/>
              </a:rPr>
              <a:t>manage </a:t>
            </a:r>
            <a:r>
              <a:rPr lang="en-US" sz="2700" spc="-160" dirty="0">
                <a:latin typeface="Arial"/>
                <a:cs typeface="Arial"/>
              </a:rPr>
              <a:t> </a:t>
            </a: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sz="2700" spc="-130" dirty="0" smtClean="0">
                <a:latin typeface="Arial"/>
                <a:cs typeface="Arial"/>
              </a:rPr>
              <a:t>Students</a:t>
            </a:r>
            <a:r>
              <a:rPr sz="2700" spc="-165" dirty="0" smtClean="0">
                <a:latin typeface="Arial"/>
                <a:cs typeface="Arial"/>
              </a:rPr>
              <a:t> </a:t>
            </a:r>
            <a:r>
              <a:rPr sz="2700" spc="-95" dirty="0" smtClean="0">
                <a:latin typeface="Arial"/>
                <a:cs typeface="Arial"/>
              </a:rPr>
              <a:t>record</a:t>
            </a:r>
            <a:endParaRPr lang="en-US" sz="2700" dirty="0">
              <a:latin typeface="Arial"/>
              <a:cs typeface="Arial"/>
            </a:endParaRP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sz="2700" spc="-175" dirty="0" smtClean="0">
                <a:latin typeface="Arial"/>
                <a:cs typeface="Arial"/>
              </a:rPr>
              <a:t>Mess</a:t>
            </a:r>
            <a:r>
              <a:rPr sz="2700" spc="-155" dirty="0" smtClean="0">
                <a:latin typeface="Arial"/>
                <a:cs typeface="Arial"/>
              </a:rPr>
              <a:t> </a:t>
            </a:r>
            <a:r>
              <a:rPr sz="2700" spc="-15" dirty="0" smtClean="0">
                <a:latin typeface="Arial"/>
                <a:cs typeface="Arial"/>
              </a:rPr>
              <a:t>bill</a:t>
            </a:r>
            <a:endParaRPr lang="en-US" sz="2700" dirty="0">
              <a:latin typeface="Arial"/>
              <a:cs typeface="Arial"/>
            </a:endParaRP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sz="2700" spc="-35" dirty="0" smtClean="0">
                <a:latin typeface="Arial"/>
                <a:cs typeface="Arial"/>
              </a:rPr>
              <a:t>Allocating</a:t>
            </a:r>
            <a:r>
              <a:rPr sz="2700" spc="-145" dirty="0" smtClean="0">
                <a:latin typeface="Arial"/>
                <a:cs typeface="Arial"/>
              </a:rPr>
              <a:t> </a:t>
            </a:r>
            <a:r>
              <a:rPr sz="2700" spc="-70" dirty="0" smtClean="0">
                <a:latin typeface="Arial"/>
                <a:cs typeface="Arial"/>
              </a:rPr>
              <a:t>room</a:t>
            </a:r>
            <a:endParaRPr lang="en-US" sz="2700" spc="-70" dirty="0" smtClean="0">
              <a:latin typeface="Arial"/>
              <a:cs typeface="Arial"/>
            </a:endParaRP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lang="en-US" sz="2700" spc="-70" dirty="0" smtClean="0">
                <a:latin typeface="Arial"/>
                <a:cs typeface="Arial"/>
              </a:rPr>
              <a:t>Deallocating room</a:t>
            </a: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lang="en-US" sz="2700" spc="-70" dirty="0" smtClean="0">
                <a:latin typeface="Arial"/>
                <a:cs typeface="Arial"/>
              </a:rPr>
              <a:t>Payment</a:t>
            </a:r>
            <a:endParaRPr lang="en-US" sz="2700" dirty="0">
              <a:latin typeface="Arial"/>
              <a:cs typeface="Arial"/>
            </a:endParaRP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lang="en-US" sz="2700" spc="-120" dirty="0" smtClean="0">
                <a:latin typeface="Arial"/>
                <a:cs typeface="Arial"/>
              </a:rPr>
              <a:t>Search student information</a:t>
            </a:r>
          </a:p>
          <a:p>
            <a:pPr marL="457200" marR="2237740" indent="-457200">
              <a:lnSpc>
                <a:spcPct val="112599"/>
              </a:lnSpc>
              <a:buClr>
                <a:srgbClr val="2CA1BE"/>
              </a:buClr>
              <a:buSzPct val="66666"/>
              <a:buFont typeface="Wingdings" panose="05000000000000000000" pitchFamily="2" charset="2"/>
              <a:buChar char="Ø"/>
              <a:tabLst>
                <a:tab pos="269240" algn="l"/>
              </a:tabLst>
            </a:pPr>
            <a:r>
              <a:rPr lang="en-US" sz="2700" spc="-120" dirty="0" smtClean="0">
                <a:latin typeface="Arial"/>
                <a:cs typeface="Arial"/>
              </a:rPr>
              <a:t>Add new room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600" y="609600"/>
            <a:ext cx="3319272" cy="48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r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304800"/>
            <a:ext cx="82296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0" i="0" u="none" strike="noStrike" baseline="0" dirty="0" smtClean="0">
                <a:solidFill>
                  <a:srgbClr val="0070C1"/>
                </a:solidFill>
                <a:latin typeface="Calibri" panose="020F0502020204030204" pitchFamily="34" charset="0"/>
              </a:rPr>
              <a:t>Users: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70C1"/>
                </a:solidFill>
              </a:rPr>
              <a:t>Admin User:-</a:t>
            </a:r>
            <a:endParaRPr lang="en-US" sz="2800" dirty="0">
              <a:solidFill>
                <a:srgbClr val="0070C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BD1DA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Add student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BD1DA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Remove student</a:t>
            </a: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BD1DA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Search student</a:t>
            </a:r>
            <a:endParaRPr lang="en-US" sz="28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BD1DA"/>
                </a:solidFill>
              </a:rPr>
              <a:t> </a:t>
            </a:r>
            <a:r>
              <a:rPr lang="en-US" sz="2800" dirty="0" smtClean="0">
                <a:solidFill>
                  <a:srgbClr val="000000"/>
                </a:solidFill>
              </a:rPr>
              <a:t>Payment </a:t>
            </a: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 Add room</a:t>
            </a: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 Add meal</a:t>
            </a:r>
            <a:endParaRPr lang="en-US" sz="2800" dirty="0">
              <a:solidFill>
                <a:srgbClr val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70C1"/>
                </a:solidFill>
              </a:rPr>
              <a:t>Student User:-</a:t>
            </a:r>
            <a:endParaRPr lang="en-US" sz="2800" dirty="0">
              <a:solidFill>
                <a:srgbClr val="0070C1"/>
              </a:solidFill>
            </a:endParaRP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See student </a:t>
            </a:r>
            <a:r>
              <a:rPr lang="en-US" sz="2800" dirty="0">
                <a:solidFill>
                  <a:srgbClr val="000000"/>
                </a:solidFill>
              </a:rPr>
              <a:t>i</a:t>
            </a:r>
            <a:r>
              <a:rPr lang="en-US" sz="2800" dirty="0" smtClean="0">
                <a:solidFill>
                  <a:srgbClr val="000000"/>
                </a:solidFill>
              </a:rPr>
              <a:t>nformation</a:t>
            </a:r>
            <a:endParaRPr lang="en-US" sz="2800" dirty="0">
              <a:solidFill>
                <a:srgbClr val="000000"/>
              </a:solidFill>
            </a:endParaRP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See </a:t>
            </a:r>
            <a:r>
              <a:rPr lang="en-US" sz="2800" dirty="0">
                <a:solidFill>
                  <a:srgbClr val="000000"/>
                </a:solidFill>
              </a:rPr>
              <a:t>p</a:t>
            </a:r>
            <a:r>
              <a:rPr lang="en-US" sz="2800" dirty="0" smtClean="0">
                <a:solidFill>
                  <a:srgbClr val="000000"/>
                </a:solidFill>
              </a:rPr>
              <a:t>ayment information</a:t>
            </a: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See Room mate Information</a:t>
            </a:r>
            <a:endParaRPr lang="en-US" sz="2800" dirty="0" smtClean="0"/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Search Student</a:t>
            </a:r>
          </a:p>
          <a:p>
            <a:pPr marL="457200" indent="-4572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See Meal Information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2303"/>
            <a:ext cx="6974332" cy="1695336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268605" algn="l"/>
              </a:tabLst>
            </a:pPr>
            <a:r>
              <a:rPr sz="2400" spc="-160" dirty="0" smtClean="0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sz="2400" spc="-145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30" dirty="0">
                <a:latin typeface="Calibri" panose="020F0502020204030204" pitchFamily="34" charset="0"/>
                <a:cs typeface="Calibri" panose="020F0502020204030204" pitchFamily="34" charset="0"/>
              </a:rPr>
              <a:t>Friendliness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Ø"/>
              <a:tabLst>
                <a:tab pos="346075" algn="l"/>
              </a:tabLst>
            </a:pPr>
            <a:r>
              <a:rPr sz="2400" spc="-190" dirty="0" smtClean="0">
                <a:latin typeface="Calibri" panose="020F0502020204030204" pitchFamily="34" charset="0"/>
                <a:cs typeface="Calibri" panose="020F0502020204030204" pitchFamily="34" charset="0"/>
              </a:rPr>
              <a:t>Easier </a:t>
            </a:r>
            <a:r>
              <a:rPr sz="2400" spc="-125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2400" spc="-1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20" dirty="0">
                <a:latin typeface="Calibri" panose="020F0502020204030204" pitchFamily="34" charset="0"/>
                <a:cs typeface="Calibri" panose="020F0502020204030204" pitchFamily="34" charset="0"/>
              </a:rPr>
              <a:t>Flexible.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395"/>
              </a:spcBef>
              <a:buFont typeface="Wingdings" panose="05000000000000000000" pitchFamily="2" charset="2"/>
              <a:buChar char="Ø"/>
              <a:tabLst>
                <a:tab pos="346075" algn="l"/>
              </a:tabLst>
            </a:pPr>
            <a:r>
              <a:rPr sz="2400" spc="-130" dirty="0" smtClean="0">
                <a:latin typeface="Calibri" panose="020F0502020204030204" pitchFamily="34" charset="0"/>
                <a:cs typeface="Calibri" panose="020F0502020204030204" pitchFamily="34" charset="0"/>
              </a:rPr>
              <a:t>Centralized</a:t>
            </a:r>
            <a:r>
              <a:rPr sz="2400" spc="-17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140" dirty="0">
                <a:latin typeface="Calibri" panose="020F0502020204030204" pitchFamily="34" charset="0"/>
                <a:cs typeface="Calibri" panose="020F0502020204030204" pitchFamily="34" charset="0"/>
              </a:rPr>
              <a:t>database.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409"/>
              </a:spcBef>
              <a:buFont typeface="Wingdings" panose="05000000000000000000" pitchFamily="2" charset="2"/>
              <a:buChar char="Ø"/>
              <a:tabLst>
                <a:tab pos="268605" algn="l"/>
              </a:tabLst>
            </a:pPr>
            <a:r>
              <a:rPr sz="2400" spc="-160" dirty="0" smtClean="0">
                <a:latin typeface="Calibri" panose="020F0502020204030204" pitchFamily="34" charset="0"/>
                <a:cs typeface="Calibri" panose="020F0502020204030204" pitchFamily="34" charset="0"/>
              </a:rPr>
              <a:t>Good </a:t>
            </a:r>
            <a:r>
              <a:rPr sz="2400" spc="-90" dirty="0">
                <a:latin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sz="2400" spc="-1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sz="2400" spc="-130" dirty="0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sz="2400" spc="-3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40" dirty="0"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4886" y="609600"/>
            <a:ext cx="5410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Advantage of Proposed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System: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5" y="609600"/>
            <a:ext cx="7917055" cy="2979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146" y="1"/>
            <a:ext cx="8061706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Login &amp; Registration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72" y="3733800"/>
            <a:ext cx="7910128" cy="310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4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038600"/>
            <a:ext cx="8153400" cy="26482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153400" cy="27123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5527" y="3235106"/>
            <a:ext cx="5562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5080">
              <a:lnSpc>
                <a:spcPct val="100000"/>
              </a:lnSpc>
              <a:buClr>
                <a:schemeClr val="accent5"/>
              </a:buClr>
              <a:tabLst>
                <a:tab pos="268605" algn="l"/>
              </a:tabLst>
            </a:pPr>
            <a:r>
              <a:rPr lang="en-US" sz="2800" spc="-135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Student Record</a:t>
            </a:r>
          </a:p>
        </p:txBody>
      </p:sp>
    </p:spTree>
    <p:extLst>
      <p:ext uri="{BB962C8B-B14F-4D97-AF65-F5344CB8AC3E}">
        <p14:creationId xmlns:p14="http://schemas.microsoft.com/office/powerpoint/2010/main" val="1406012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146" y="381000"/>
            <a:ext cx="8061706" cy="430887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latin typeface="+mn-lt"/>
              </a:rPr>
              <a:t>    Admin User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33" y="1143000"/>
            <a:ext cx="7389676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0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7086600" cy="4267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609600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pc="-135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 Users</a:t>
            </a:r>
            <a:endParaRPr lang="en-US" sz="28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52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524000"/>
            <a:ext cx="8615804" cy="469609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" y="7620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5080">
              <a:lnSpc>
                <a:spcPct val="100000"/>
              </a:lnSpc>
              <a:buClr>
                <a:schemeClr val="accent5"/>
              </a:buClr>
              <a:tabLst>
                <a:tab pos="268605" algn="l"/>
              </a:tabLst>
            </a:pPr>
            <a:r>
              <a:rPr lang="en-US" sz="2800" spc="-135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View </a:t>
            </a:r>
            <a:r>
              <a:rPr lang="en-US" sz="2800" spc="-135" dirty="0" smtClean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 Student </a:t>
            </a:r>
            <a:r>
              <a:rPr lang="en-US" sz="2800" spc="-135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3249229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1143000"/>
            <a:ext cx="81534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0" i="0" u="none" strike="noStrike" baseline="0" dirty="0" smtClean="0">
                <a:solidFill>
                  <a:srgbClr val="0070C1"/>
                </a:solidFill>
              </a:rPr>
              <a:t>Methodology Use</a:t>
            </a:r>
          </a:p>
          <a:p>
            <a:endParaRPr lang="en-US" sz="800" b="0" i="0" u="none" strike="noStrike" baseline="0" dirty="0" smtClean="0">
              <a:solidFill>
                <a:srgbClr val="0070C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70C1"/>
                </a:solidFill>
              </a:rPr>
              <a:t>Hardware </a:t>
            </a:r>
            <a:r>
              <a:rPr lang="en-US" sz="2800" dirty="0">
                <a:solidFill>
                  <a:srgbClr val="0070C1"/>
                </a:solidFill>
              </a:rPr>
              <a:t>Requirements</a:t>
            </a:r>
            <a:r>
              <a:rPr lang="en-US" sz="2800" dirty="0" smtClean="0">
                <a:solidFill>
                  <a:srgbClr val="0070C1"/>
                </a:solidFill>
              </a:rPr>
              <a:t>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 smtClean="0">
                <a:solidFill>
                  <a:srgbClr val="0BD1DA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Processor: </a:t>
            </a:r>
            <a:r>
              <a:rPr lang="en-US" sz="2800" dirty="0" smtClean="0">
                <a:solidFill>
                  <a:srgbClr val="000000"/>
                </a:solidFill>
              </a:rPr>
              <a:t>2.5GHz</a:t>
            </a:r>
            <a:endParaRPr lang="en-US" sz="28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u="none" strike="noStrike" baseline="0" dirty="0" smtClean="0">
                <a:solidFill>
                  <a:srgbClr val="0BD1DA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RAM: </a:t>
            </a:r>
            <a:r>
              <a:rPr lang="en-US" sz="2800" dirty="0" smtClean="0">
                <a:solidFill>
                  <a:srgbClr val="000000"/>
                </a:solidFill>
              </a:rPr>
              <a:t>4GB</a:t>
            </a:r>
            <a:endParaRPr lang="en-US" sz="2800" dirty="0">
              <a:solidFill>
                <a:srgbClr val="000000"/>
              </a:solidFill>
            </a:endParaRPr>
          </a:p>
          <a:p>
            <a:pPr marL="342900" indent="-34290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 Hard </a:t>
            </a:r>
            <a:r>
              <a:rPr lang="en-US" sz="2800" dirty="0">
                <a:solidFill>
                  <a:srgbClr val="000000"/>
                </a:solidFill>
              </a:rPr>
              <a:t>Disk: </a:t>
            </a:r>
            <a:r>
              <a:rPr lang="en-US" sz="2800" dirty="0" smtClean="0">
                <a:solidFill>
                  <a:srgbClr val="000000"/>
                </a:solidFill>
              </a:rPr>
              <a:t>512GB </a:t>
            </a:r>
            <a:r>
              <a:rPr lang="en-US" sz="2800" dirty="0">
                <a:solidFill>
                  <a:srgbClr val="000000"/>
                </a:solidFill>
              </a:rPr>
              <a:t>Space Required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70C1"/>
                </a:solidFill>
              </a:rPr>
              <a:t>Software </a:t>
            </a:r>
            <a:r>
              <a:rPr lang="en-US" sz="2800" dirty="0">
                <a:solidFill>
                  <a:srgbClr val="0070C1"/>
                </a:solidFill>
              </a:rPr>
              <a:t>Requirements</a:t>
            </a:r>
            <a:r>
              <a:rPr lang="en-US" sz="2800" dirty="0" smtClean="0">
                <a:solidFill>
                  <a:srgbClr val="0070C1"/>
                </a:solidFill>
              </a:rPr>
              <a:t>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Visual Studio, Microsoft Sql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Operating </a:t>
            </a:r>
            <a:r>
              <a:rPr lang="en-US" sz="2800" dirty="0">
                <a:solidFill>
                  <a:srgbClr val="000000"/>
                </a:solidFill>
              </a:rPr>
              <a:t>System:- windows XP </a:t>
            </a:r>
            <a:r>
              <a:rPr lang="en-US" sz="2800" dirty="0" smtClean="0">
                <a:solidFill>
                  <a:srgbClr val="000000"/>
                </a:solidFill>
              </a:rPr>
              <a:t>Professional,7,8,8.1,10 etc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rgbClr val="0070C1"/>
                </a:solidFill>
              </a:rPr>
              <a:t>Language</a:t>
            </a:r>
            <a:r>
              <a:rPr lang="en-US" sz="2800" dirty="0">
                <a:solidFill>
                  <a:srgbClr val="0070C1"/>
                </a:solidFill>
              </a:rPr>
              <a:t>:- </a:t>
            </a:r>
            <a:r>
              <a:rPr lang="en-US" sz="2800" dirty="0" smtClean="0">
                <a:solidFill>
                  <a:srgbClr val="000000"/>
                </a:solidFill>
              </a:rPr>
              <a:t>C#,Sql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6495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52600"/>
            <a:ext cx="6811326" cy="19624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038600"/>
            <a:ext cx="6811326" cy="26006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362200" y="457200"/>
            <a:ext cx="3505200" cy="619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Diagram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164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762000"/>
            <a:ext cx="6573167" cy="54680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29000" y="359449"/>
            <a:ext cx="1552796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ER Diagram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44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92961"/>
            <a:ext cx="7902575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buClr>
                <a:schemeClr val="accent5"/>
              </a:buClr>
              <a:buFont typeface="Wingdings" panose="05000000000000000000" pitchFamily="2" charset="2"/>
              <a:buChar char="v"/>
              <a:tabLst>
                <a:tab pos="268605" algn="l"/>
              </a:tabLst>
            </a:pPr>
            <a:r>
              <a:rPr lang="en-US" sz="2800" spc="-160" dirty="0">
                <a:cs typeface="Arial"/>
              </a:rPr>
              <a:t>User</a:t>
            </a:r>
            <a:r>
              <a:rPr lang="en-US" sz="2800" spc="-155" dirty="0">
                <a:cs typeface="Arial"/>
              </a:rPr>
              <a:t> </a:t>
            </a:r>
            <a:r>
              <a:rPr lang="en-US" sz="2800" spc="-140" dirty="0">
                <a:cs typeface="Arial"/>
              </a:rPr>
              <a:t>is </a:t>
            </a:r>
            <a:r>
              <a:rPr lang="en-US" sz="2800" spc="-80" dirty="0">
                <a:cs typeface="Arial"/>
              </a:rPr>
              <a:t>provided</a:t>
            </a:r>
            <a:r>
              <a:rPr lang="en-US" sz="2800" spc="-160" dirty="0">
                <a:cs typeface="Arial"/>
              </a:rPr>
              <a:t> </a:t>
            </a:r>
            <a:r>
              <a:rPr lang="en-US" sz="2800" spc="-30" dirty="0">
                <a:cs typeface="Arial"/>
              </a:rPr>
              <a:t>the</a:t>
            </a:r>
            <a:r>
              <a:rPr lang="en-US" sz="2800" spc="-160" dirty="0">
                <a:cs typeface="Arial"/>
              </a:rPr>
              <a:t> </a:t>
            </a:r>
            <a:r>
              <a:rPr lang="en-US" sz="2800" spc="-30" dirty="0">
                <a:cs typeface="Arial"/>
              </a:rPr>
              <a:t>option</a:t>
            </a:r>
            <a:r>
              <a:rPr lang="en-US" sz="2800" spc="-140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of</a:t>
            </a:r>
            <a:r>
              <a:rPr lang="en-US" sz="2800" spc="-150" dirty="0">
                <a:cs typeface="Arial"/>
              </a:rPr>
              <a:t> </a:t>
            </a:r>
            <a:r>
              <a:rPr lang="en-US" sz="2800" spc="-75" dirty="0">
                <a:cs typeface="Arial"/>
              </a:rPr>
              <a:t>only</a:t>
            </a:r>
            <a:r>
              <a:rPr lang="en-US" sz="2800" spc="-140" dirty="0">
                <a:cs typeface="Arial"/>
              </a:rPr>
              <a:t> </a:t>
            </a:r>
            <a:r>
              <a:rPr lang="en-US" sz="2800" spc="-75" dirty="0">
                <a:cs typeface="Arial"/>
              </a:rPr>
              <a:t>view</a:t>
            </a:r>
            <a:r>
              <a:rPr lang="en-US" sz="2800" spc="-155" dirty="0">
                <a:cs typeface="Arial"/>
              </a:rPr>
              <a:t> </a:t>
            </a:r>
            <a:r>
              <a:rPr lang="en-US" sz="2800" spc="-30" dirty="0">
                <a:cs typeface="Arial"/>
              </a:rPr>
              <a:t>the</a:t>
            </a:r>
            <a:r>
              <a:rPr lang="en-US" sz="2800" spc="-160" dirty="0">
                <a:cs typeface="Arial"/>
              </a:rPr>
              <a:t> </a:t>
            </a:r>
            <a:r>
              <a:rPr lang="en-US" sz="2800" spc="-125" dirty="0">
                <a:cs typeface="Arial"/>
              </a:rPr>
              <a:t>records</a:t>
            </a:r>
            <a:r>
              <a:rPr lang="en-US" sz="2800" spc="-155" dirty="0">
                <a:cs typeface="Arial"/>
              </a:rPr>
              <a:t> </a:t>
            </a:r>
            <a:r>
              <a:rPr lang="en-US" sz="2800" spc="-130" dirty="0">
                <a:cs typeface="Arial"/>
              </a:rPr>
              <a:t>he  </a:t>
            </a:r>
            <a:r>
              <a:rPr lang="en-US" sz="2800" spc="-80" dirty="0">
                <a:cs typeface="Arial"/>
              </a:rPr>
              <a:t>entered</a:t>
            </a:r>
            <a:r>
              <a:rPr lang="en-US" sz="2800" spc="-180" dirty="0">
                <a:cs typeface="Arial"/>
              </a:rPr>
              <a:t> </a:t>
            </a:r>
            <a:r>
              <a:rPr lang="en-US" sz="2800" spc="-95" dirty="0">
                <a:cs typeface="Arial"/>
              </a:rPr>
              <a:t>earlier.</a:t>
            </a:r>
            <a:endParaRPr lang="en-US" sz="2800" dirty="0">
              <a:cs typeface="Arial"/>
            </a:endParaRPr>
          </a:p>
          <a:p>
            <a:pPr marL="469265" marR="5080" indent="-457200">
              <a:lnSpc>
                <a:spcPct val="100000"/>
              </a:lnSpc>
              <a:buClr>
                <a:schemeClr val="accent5"/>
              </a:buClr>
              <a:buFont typeface="Wingdings" panose="05000000000000000000" pitchFamily="2" charset="2"/>
              <a:buChar char="v"/>
              <a:tabLst>
                <a:tab pos="268605" algn="l"/>
              </a:tabLst>
            </a:pPr>
            <a:r>
              <a:rPr lang="en-US" sz="2800" spc="-160" dirty="0">
                <a:cs typeface="Arial"/>
              </a:rPr>
              <a:t>Data </a:t>
            </a:r>
            <a:r>
              <a:rPr lang="en-US" sz="2800" spc="-135" dirty="0">
                <a:cs typeface="Arial"/>
              </a:rPr>
              <a:t>storage </a:t>
            </a:r>
            <a:r>
              <a:rPr lang="en-US" sz="2800" spc="-125" dirty="0">
                <a:cs typeface="Arial"/>
              </a:rPr>
              <a:t>and </a:t>
            </a:r>
            <a:r>
              <a:rPr lang="en-US" sz="2800" spc="-60" dirty="0">
                <a:cs typeface="Arial"/>
              </a:rPr>
              <a:t>retrieval </a:t>
            </a:r>
            <a:r>
              <a:rPr lang="en-US" sz="2800" spc="5" dirty="0">
                <a:cs typeface="Arial"/>
              </a:rPr>
              <a:t>will </a:t>
            </a:r>
            <a:r>
              <a:rPr lang="en-US" sz="2800" spc="-140" dirty="0">
                <a:cs typeface="Arial"/>
              </a:rPr>
              <a:t>become </a:t>
            </a:r>
            <a:r>
              <a:rPr lang="en-US" sz="2800" spc="-85" dirty="0">
                <a:cs typeface="Arial"/>
              </a:rPr>
              <a:t>faster</a:t>
            </a:r>
            <a:r>
              <a:rPr lang="en-US" sz="2800" spc="-450" dirty="0">
                <a:cs typeface="Arial"/>
              </a:rPr>
              <a:t> </a:t>
            </a:r>
            <a:r>
              <a:rPr lang="en-US" sz="2800" spc="-125" dirty="0">
                <a:cs typeface="Arial"/>
              </a:rPr>
              <a:t>and  </a:t>
            </a:r>
            <a:r>
              <a:rPr lang="en-US" sz="2800" spc="-130" dirty="0">
                <a:cs typeface="Arial"/>
              </a:rPr>
              <a:t>easier </a:t>
            </a:r>
            <a:r>
              <a:rPr lang="en-US" sz="2800" spc="20" dirty="0">
                <a:cs typeface="Arial"/>
              </a:rPr>
              <a:t>to</a:t>
            </a:r>
            <a:r>
              <a:rPr lang="en-US" sz="2800" spc="-190" dirty="0">
                <a:cs typeface="Arial"/>
              </a:rPr>
              <a:t> </a:t>
            </a:r>
            <a:r>
              <a:rPr lang="en-US" sz="2800" spc="-70" dirty="0" smtClean="0">
                <a:cs typeface="Arial"/>
              </a:rPr>
              <a:t>maintain</a:t>
            </a:r>
          </a:p>
          <a:p>
            <a:pPr marL="469265" marR="5080" indent="-457200">
              <a:lnSpc>
                <a:spcPct val="100000"/>
              </a:lnSpc>
              <a:buClr>
                <a:schemeClr val="accent5"/>
              </a:buClr>
              <a:buFont typeface="Wingdings" panose="05000000000000000000" pitchFamily="2" charset="2"/>
              <a:buChar char="v"/>
              <a:tabLst>
                <a:tab pos="268605" algn="l"/>
              </a:tabLst>
            </a:pPr>
            <a:r>
              <a:rPr sz="2800" spc="-180" dirty="0" smtClean="0">
                <a:cs typeface="Arial"/>
              </a:rPr>
              <a:t>This</a:t>
            </a:r>
            <a:r>
              <a:rPr sz="2800" spc="-145" dirty="0" smtClean="0">
                <a:cs typeface="Arial"/>
              </a:rPr>
              <a:t> </a:t>
            </a:r>
            <a:r>
              <a:rPr sz="2800" spc="-55" dirty="0">
                <a:cs typeface="Arial"/>
              </a:rPr>
              <a:t>project</a:t>
            </a:r>
            <a:r>
              <a:rPr sz="2800" spc="-155" dirty="0">
                <a:cs typeface="Arial"/>
              </a:rPr>
              <a:t> </a:t>
            </a:r>
            <a:r>
              <a:rPr sz="2800" spc="-85" dirty="0">
                <a:cs typeface="Arial"/>
              </a:rPr>
              <a:t>offers</a:t>
            </a:r>
            <a:r>
              <a:rPr sz="2800" spc="-150" dirty="0">
                <a:cs typeface="Arial"/>
              </a:rPr>
              <a:t> </a:t>
            </a:r>
            <a:r>
              <a:rPr sz="2800" spc="-130" dirty="0">
                <a:cs typeface="Arial"/>
              </a:rPr>
              <a:t>user</a:t>
            </a:r>
            <a:r>
              <a:rPr sz="2800" spc="-165" dirty="0">
                <a:cs typeface="Arial"/>
              </a:rPr>
              <a:t> </a:t>
            </a:r>
            <a:r>
              <a:rPr sz="2800" spc="20" dirty="0">
                <a:cs typeface="Arial"/>
              </a:rPr>
              <a:t>to</a:t>
            </a:r>
            <a:r>
              <a:rPr sz="2800" spc="-140" dirty="0">
                <a:cs typeface="Arial"/>
              </a:rPr>
              <a:t> </a:t>
            </a:r>
            <a:r>
              <a:rPr sz="2800" spc="-55" dirty="0">
                <a:cs typeface="Arial"/>
              </a:rPr>
              <a:t>enter</a:t>
            </a:r>
            <a:r>
              <a:rPr sz="2800" spc="-155" dirty="0">
                <a:cs typeface="Arial"/>
              </a:rPr>
              <a:t> </a:t>
            </a:r>
            <a:r>
              <a:rPr sz="2800" spc="-30" dirty="0">
                <a:cs typeface="Arial"/>
              </a:rPr>
              <a:t>the</a:t>
            </a:r>
            <a:r>
              <a:rPr sz="2800" spc="-160" dirty="0">
                <a:cs typeface="Arial"/>
              </a:rPr>
              <a:t> </a:t>
            </a:r>
            <a:r>
              <a:rPr sz="2800" spc="-110" dirty="0">
                <a:cs typeface="Arial"/>
              </a:rPr>
              <a:t>data</a:t>
            </a:r>
            <a:r>
              <a:rPr sz="2800" spc="-165" dirty="0">
                <a:cs typeface="Arial"/>
              </a:rPr>
              <a:t> </a:t>
            </a:r>
            <a:r>
              <a:rPr sz="2800" spc="-65" dirty="0">
                <a:cs typeface="Arial"/>
              </a:rPr>
              <a:t>through  </a:t>
            </a:r>
            <a:r>
              <a:rPr sz="2800" spc="-105" dirty="0">
                <a:cs typeface="Arial"/>
              </a:rPr>
              <a:t>simple </a:t>
            </a:r>
            <a:r>
              <a:rPr sz="2800" spc="-125" dirty="0">
                <a:cs typeface="Arial"/>
              </a:rPr>
              <a:t>and </a:t>
            </a:r>
            <a:r>
              <a:rPr sz="2800" spc="-65" dirty="0">
                <a:cs typeface="Arial"/>
              </a:rPr>
              <a:t>interactive</a:t>
            </a:r>
            <a:r>
              <a:rPr sz="2800" spc="-240" dirty="0">
                <a:cs typeface="Arial"/>
              </a:rPr>
              <a:t> </a:t>
            </a:r>
            <a:r>
              <a:rPr sz="2800" spc="-135" dirty="0">
                <a:cs typeface="Arial"/>
              </a:rPr>
              <a:t>manner</a:t>
            </a:r>
            <a:r>
              <a:rPr sz="2800" spc="-135" dirty="0" smtClean="0">
                <a:cs typeface="Arial"/>
              </a:rPr>
              <a:t>.</a:t>
            </a:r>
            <a:r>
              <a:rPr lang="en-US" sz="2800" spc="-135" dirty="0" smtClean="0">
                <a:cs typeface="Arial"/>
              </a:rPr>
              <a:t> </a:t>
            </a:r>
          </a:p>
        </p:txBody>
      </p:sp>
      <p:sp>
        <p:nvSpPr>
          <p:cNvPr id="3" name="object 3"/>
          <p:cNvSpPr/>
          <p:nvPr/>
        </p:nvSpPr>
        <p:spPr>
          <a:xfrm>
            <a:off x="524255" y="667512"/>
            <a:ext cx="2685288" cy="4815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7"/>
          <p:cNvSpPr/>
          <p:nvPr/>
        </p:nvSpPr>
        <p:spPr>
          <a:xfrm>
            <a:off x="234695" y="1275587"/>
            <a:ext cx="8674607" cy="4459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8"/>
          <p:cNvSpPr/>
          <p:nvPr/>
        </p:nvSpPr>
        <p:spPr>
          <a:xfrm>
            <a:off x="525780" y="3194304"/>
            <a:ext cx="4648200" cy="1659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0"/>
          <p:cNvSpPr/>
          <p:nvPr/>
        </p:nvSpPr>
        <p:spPr>
          <a:xfrm>
            <a:off x="292595" y="1294891"/>
            <a:ext cx="8559165" cy="4344670"/>
          </a:xfrm>
          <a:custGeom>
            <a:avLst/>
            <a:gdLst/>
            <a:ahLst/>
            <a:cxnLst/>
            <a:rect l="l" t="t" r="r" b="b"/>
            <a:pathLst>
              <a:path w="8559165" h="4344670">
                <a:moveTo>
                  <a:pt x="0" y="2057146"/>
                </a:moveTo>
                <a:lnTo>
                  <a:pt x="7968373" y="0"/>
                </a:lnTo>
                <a:lnTo>
                  <a:pt x="8558796" y="2287270"/>
                </a:lnTo>
                <a:lnTo>
                  <a:pt x="590461" y="4344377"/>
                </a:lnTo>
                <a:lnTo>
                  <a:pt x="0" y="2057146"/>
                </a:lnTo>
                <a:close/>
              </a:path>
            </a:pathLst>
          </a:custGeom>
          <a:ln w="9524">
            <a:solidFill>
              <a:srgbClr val="DA1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1"/>
          <p:cNvSpPr/>
          <p:nvPr/>
        </p:nvSpPr>
        <p:spPr>
          <a:xfrm>
            <a:off x="1894332" y="2286000"/>
            <a:ext cx="4582668" cy="2068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71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225</Words>
  <Application>Microsoft Office PowerPoint</Application>
  <PresentationFormat>On-screen Show 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Verdana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Login &amp; Registration </vt:lpstr>
      <vt:lpstr>PowerPoint Presentation</vt:lpstr>
      <vt:lpstr>    Admin User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Kawsher Mahbub</cp:lastModifiedBy>
  <cp:revision>27</cp:revision>
  <dcterms:created xsi:type="dcterms:W3CDTF">2019-02-21T15:33:44Z</dcterms:created>
  <dcterms:modified xsi:type="dcterms:W3CDTF">2019-02-24T14:54:43Z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2019-02-21T00:00:00Z</vt:filetime>
  </property>
</Properties>
</file>