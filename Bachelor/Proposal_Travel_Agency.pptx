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7" r:id="rId2"/>
    <p:sldId id="260" r:id="rId3"/>
    <p:sldId id="261" r:id="rId4"/>
    <p:sldId id="267" r:id="rId5"/>
    <p:sldId id="262" r:id="rId6"/>
    <p:sldId id="265" r:id="rId7"/>
    <p:sldId id="264" r:id="rId8"/>
    <p:sldId id="266" r:id="rId9"/>
    <p:sldId id="263"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748A8B-DBBB-4EC1-B9A8-0EFA66D083AE}" type="datetimeFigureOut">
              <a:rPr lang="en-US" smtClean="0"/>
              <a:t>7/1/2019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503B80-9178-4BB3-A565-A5733CCAEDEB}" type="slidenum">
              <a:rPr lang="en-US" smtClean="0"/>
              <a:t>‹#›</a:t>
            </a:fld>
            <a:endParaRPr lang="en-US"/>
          </a:p>
        </p:txBody>
      </p:sp>
    </p:spTree>
    <p:extLst>
      <p:ext uri="{BB962C8B-B14F-4D97-AF65-F5344CB8AC3E}">
        <p14:creationId xmlns:p14="http://schemas.microsoft.com/office/powerpoint/2010/main" val="404841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A503B80-9178-4BB3-A565-A5733CCAEDEB}" type="slidenum">
              <a:rPr lang="en-US" smtClean="0"/>
              <a:t>8</a:t>
            </a:fld>
            <a:endParaRPr lang="en-US"/>
          </a:p>
        </p:txBody>
      </p:sp>
    </p:spTree>
    <p:extLst>
      <p:ext uri="{BB962C8B-B14F-4D97-AF65-F5344CB8AC3E}">
        <p14:creationId xmlns:p14="http://schemas.microsoft.com/office/powerpoint/2010/main" val="1210503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93C649-6837-4A04-A519-0A88D4EF6F3C}" type="datetimeFigureOut">
              <a:rPr lang="en-US" smtClean="0"/>
              <a:t>7/1/2019</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1568720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93C649-6837-4A04-A519-0A88D4EF6F3C}" type="datetimeFigureOut">
              <a:rPr lang="en-US" smtClean="0"/>
              <a:t>7/1/2019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778709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93C649-6837-4A04-A519-0A88D4EF6F3C}" type="datetimeFigureOut">
              <a:rPr lang="en-US" smtClean="0"/>
              <a:t>7/1/2019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2046548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93C649-6837-4A04-A519-0A88D4EF6F3C}" type="datetimeFigureOut">
              <a:rPr lang="en-US" smtClean="0"/>
              <a:t>7/1/2019</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3037446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93C649-6837-4A04-A519-0A88D4EF6F3C}" type="datetimeFigureOut">
              <a:rPr lang="en-US" smtClean="0"/>
              <a:t>7/1/2019</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2225996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93C649-6837-4A04-A519-0A88D4EF6F3C}" type="datetimeFigureOut">
              <a:rPr lang="en-US" smtClean="0"/>
              <a:t>7/1/2019</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2173786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93C649-6837-4A04-A519-0A88D4EF6F3C}" type="datetimeFigureOut">
              <a:rPr lang="en-US" smtClean="0"/>
              <a:t>7/1/2019</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1496731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93C649-6837-4A04-A519-0A88D4EF6F3C}" type="datetimeFigureOut">
              <a:rPr lang="en-US" smtClean="0"/>
              <a:t>7/1/2019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3164348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93C649-6837-4A04-A519-0A88D4EF6F3C}" type="datetimeFigureOut">
              <a:rPr lang="en-US" smtClean="0"/>
              <a:t>7/1/2019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37272800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93C649-6837-4A04-A519-0A88D4EF6F3C}" type="datetimeFigureOut">
              <a:rPr lang="en-US" smtClean="0"/>
              <a:t>7/1/2019</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3093348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93C649-6837-4A04-A519-0A88D4EF6F3C}" type="datetimeFigureOut">
              <a:rPr lang="en-US" smtClean="0"/>
              <a:t>7/1/2019</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57D6ED-D809-4FC6-824E-7D82CC6E58FE}"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60114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93C649-6837-4A04-A519-0A88D4EF6F3C}" type="datetimeFigureOut">
              <a:rPr lang="en-US" smtClean="0"/>
              <a:t>7/1/2019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17848043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93C649-6837-4A04-A519-0A88D4EF6F3C}" type="datetimeFigureOut">
              <a:rPr lang="en-US" smtClean="0"/>
              <a:t>7/1/2019</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57D6ED-D809-4FC6-824E-7D82CC6E58FE}"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193719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93C649-6837-4A04-A519-0A88D4EF6F3C}" type="datetimeFigureOut">
              <a:rPr lang="en-US" smtClean="0"/>
              <a:t>7/1/2019</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36305185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93C649-6837-4A04-A519-0A88D4EF6F3C}" type="datetimeFigureOut">
              <a:rPr lang="en-US" smtClean="0"/>
              <a:t>7/1/2019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7115102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93C649-6837-4A04-A519-0A88D4EF6F3C}" type="datetimeFigureOut">
              <a:rPr lang="en-US" smtClean="0"/>
              <a:t>7/1/2019</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57D6ED-D809-4FC6-824E-7D82CC6E58FE}" type="slidenum">
              <a:rPr lang="en-US" smtClean="0"/>
              <a:t>‹#›</a:t>
            </a:fld>
            <a:endParaRPr lang="en-US"/>
          </a:p>
        </p:txBody>
      </p:sp>
    </p:spTree>
    <p:extLst>
      <p:ext uri="{BB962C8B-B14F-4D97-AF65-F5344CB8AC3E}">
        <p14:creationId xmlns:p14="http://schemas.microsoft.com/office/powerpoint/2010/main" val="1656439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893C649-6837-4A04-A519-0A88D4EF6F3C}" type="datetimeFigureOut">
              <a:rPr lang="en-US" smtClean="0"/>
              <a:t>7/1/2019</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57D6ED-D809-4FC6-824E-7D82CC6E58FE}" type="slidenum">
              <a:rPr lang="en-US" smtClean="0"/>
              <a:t>‹#›</a:t>
            </a:fld>
            <a:endParaRPr lang="en-US"/>
          </a:p>
        </p:txBody>
      </p:sp>
    </p:spTree>
    <p:extLst>
      <p:ext uri="{BB962C8B-B14F-4D97-AF65-F5344CB8AC3E}">
        <p14:creationId xmlns:p14="http://schemas.microsoft.com/office/powerpoint/2010/main" val="3669326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BB8C9F-1DB6-44AD-BC9C-5127D792B6A3}"/>
              </a:ext>
            </a:extLst>
          </p:cNvPr>
          <p:cNvSpPr/>
          <p:nvPr/>
        </p:nvSpPr>
        <p:spPr>
          <a:xfrm>
            <a:off x="1995268" y="768421"/>
            <a:ext cx="8201464" cy="830997"/>
          </a:xfrm>
          <a:prstGeom prst="rect">
            <a:avLst/>
          </a:prstGeom>
        </p:spPr>
        <p:txBody>
          <a:bodyPr wrap="square">
            <a:spAutoFit/>
          </a:bodyPr>
          <a:lstStyle/>
          <a:p>
            <a:pPr algn="ctr"/>
            <a:r>
              <a:rPr lang="en-US" sz="4800" dirty="0">
                <a:latin typeface="Times New Roman" panose="02020603050405020304" pitchFamily="18" charset="0"/>
                <a:cs typeface="Times New Roman" panose="02020603050405020304" pitchFamily="18" charset="0"/>
              </a:rPr>
              <a:t>Friends Travel Agency</a:t>
            </a:r>
          </a:p>
        </p:txBody>
      </p:sp>
    </p:spTree>
    <p:extLst>
      <p:ext uri="{BB962C8B-B14F-4D97-AF65-F5344CB8AC3E}">
        <p14:creationId xmlns:p14="http://schemas.microsoft.com/office/powerpoint/2010/main" val="2899550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196F1-877F-46C9-985A-B6AB019D8FAB}"/>
              </a:ext>
            </a:extLst>
          </p:cNvPr>
          <p:cNvSpPr>
            <a:spLocks noGrp="1"/>
          </p:cNvSpPr>
          <p:nvPr>
            <p:ph type="title"/>
          </p:nvPr>
        </p:nvSpPr>
        <p:spPr>
          <a:xfrm>
            <a:off x="1640156" y="595975"/>
            <a:ext cx="9712472" cy="656050"/>
          </a:xfrm>
        </p:spPr>
        <p:txBody>
          <a:bodyPr/>
          <a:lstStyle/>
          <a:p>
            <a:pPr algn="ctr"/>
            <a:r>
              <a:rPr lang="en-US" dirty="0">
                <a:latin typeface="Times New Roman" panose="02020603050405020304" pitchFamily="18" charset="0"/>
                <a:cs typeface="Times New Roman" panose="02020603050405020304" pitchFamily="18" charset="0"/>
              </a:rPr>
              <a:t>User Requirements</a:t>
            </a:r>
          </a:p>
        </p:txBody>
      </p:sp>
      <p:sp>
        <p:nvSpPr>
          <p:cNvPr id="3" name="Content Placeholder 2">
            <a:extLst>
              <a:ext uri="{FF2B5EF4-FFF2-40B4-BE49-F238E27FC236}">
                <a16:creationId xmlns:a16="http://schemas.microsoft.com/office/drawing/2014/main" id="{4D3FC1E6-C30E-42DB-9250-1CC93A7C3F54}"/>
              </a:ext>
            </a:extLst>
          </p:cNvPr>
          <p:cNvSpPr>
            <a:spLocks noGrp="1"/>
          </p:cNvSpPr>
          <p:nvPr>
            <p:ph idx="1"/>
          </p:nvPr>
        </p:nvSpPr>
        <p:spPr>
          <a:xfrm>
            <a:off x="1640156" y="1617785"/>
            <a:ext cx="9712472" cy="5050302"/>
          </a:xfrm>
        </p:spPr>
        <p:txBody>
          <a:bodyPr>
            <a:normAutofit lnSpcReduction="10000"/>
          </a:bodyPr>
          <a:lstStyle/>
          <a:p>
            <a:pPr>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must register for create the account and login using username and password to use function in the application.</a:t>
            </a:r>
          </a:p>
          <a:p>
            <a:pPr>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customers can view or find the information of hotel, tourist attraction. </a:t>
            </a:r>
          </a:p>
          <a:p>
            <a:pPr>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search for booking hotel, flight after select date time to go.</a:t>
            </a:r>
          </a:p>
          <a:p>
            <a:pPr>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find the information and the calculate system of time, ways, price to the destination place. </a:t>
            </a:r>
          </a:p>
          <a:p>
            <a:pPr>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review place or find another friends and people reviews.</a:t>
            </a:r>
          </a:p>
          <a:p>
            <a:pPr>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see private history with analyze with booking, transport, price, time, etc. And keep or share the information.</a:t>
            </a:r>
          </a:p>
          <a:p>
            <a:pPr>
              <a:lnSpc>
                <a:spcPct val="12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use function dictionary to translate sentences for communication with different language of travelers.</a:t>
            </a:r>
            <a:br>
              <a:rPr lang="en-US" dirty="0">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218461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2C5A0-1728-4355-A4E0-85AD6E38B6FC}"/>
              </a:ext>
            </a:extLst>
          </p:cNvPr>
          <p:cNvSpPr>
            <a:spLocks noGrp="1"/>
          </p:cNvSpPr>
          <p:nvPr>
            <p:ph type="title"/>
          </p:nvPr>
        </p:nvSpPr>
        <p:spPr>
          <a:xfrm>
            <a:off x="1640156" y="595975"/>
            <a:ext cx="9726539" cy="684185"/>
          </a:xfrm>
        </p:spPr>
        <p:txBody>
          <a:bodyPr/>
          <a:lstStyle/>
          <a:p>
            <a:pPr algn="ctr"/>
            <a:r>
              <a:rPr lang="en-US" dirty="0">
                <a:latin typeface="Times New Roman" panose="02020603050405020304" pitchFamily="18" charset="0"/>
                <a:cs typeface="Times New Roman" panose="02020603050405020304" pitchFamily="18" charset="0"/>
              </a:rPr>
              <a:t>User Requirements</a:t>
            </a:r>
          </a:p>
        </p:txBody>
      </p:sp>
      <p:sp>
        <p:nvSpPr>
          <p:cNvPr id="3" name="Content Placeholder 2">
            <a:extLst>
              <a:ext uri="{FF2B5EF4-FFF2-40B4-BE49-F238E27FC236}">
                <a16:creationId xmlns:a16="http://schemas.microsoft.com/office/drawing/2014/main" id="{EEAE55A8-0F3C-4752-A20A-B4B751786AB2}"/>
              </a:ext>
            </a:extLst>
          </p:cNvPr>
          <p:cNvSpPr>
            <a:spLocks noGrp="1"/>
          </p:cNvSpPr>
          <p:nvPr>
            <p:ph idx="1"/>
          </p:nvPr>
        </p:nvSpPr>
        <p:spPr>
          <a:xfrm>
            <a:off x="1511690" y="1718159"/>
            <a:ext cx="9967546" cy="4543866"/>
          </a:xfrm>
        </p:spPr>
        <p:txBody>
          <a:bodyPr>
            <a:normAutofit/>
          </a:bodyPr>
          <a:lstStyle/>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customers can note with text or plan trip with themselves.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see monetary compare with Thailand monetary (baht).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chat with their friends.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customers can manage and see their profile.</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find the location themselves and share location if they want.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see whether of each area inside map or place that they want to go.</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The customers can view friend's photo using newsfeed.</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view friends in the map with real time, it will show status of customers too if turn on app and turn on share location mode it will show that person with green color.</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customers can booking using the application with email.</a:t>
            </a:r>
            <a:endParaRPr lang="en-US" sz="2000" dirty="0"/>
          </a:p>
        </p:txBody>
      </p:sp>
    </p:spTree>
    <p:extLst>
      <p:ext uri="{BB962C8B-B14F-4D97-AF65-F5344CB8AC3E}">
        <p14:creationId xmlns:p14="http://schemas.microsoft.com/office/powerpoint/2010/main" val="2174124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87E50-14A1-4705-9467-1F192D299F3E}"/>
              </a:ext>
            </a:extLst>
          </p:cNvPr>
          <p:cNvSpPr>
            <a:spLocks noGrp="1"/>
          </p:cNvSpPr>
          <p:nvPr>
            <p:ph type="title"/>
          </p:nvPr>
        </p:nvSpPr>
        <p:spPr>
          <a:xfrm>
            <a:off x="2592926" y="624110"/>
            <a:ext cx="5481930" cy="852998"/>
          </a:xfrm>
        </p:spPr>
        <p:txBody>
          <a:bodyPr/>
          <a:lstStyle/>
          <a:p>
            <a:pPr algn="ctr"/>
            <a:r>
              <a:rPr lang="en-US" dirty="0">
                <a:latin typeface="Times New Roman" panose="02020603050405020304" pitchFamily="18" charset="0"/>
                <a:cs typeface="Times New Roman" panose="02020603050405020304" pitchFamily="18" charset="0"/>
              </a:rPr>
              <a:t>Advantage</a:t>
            </a:r>
          </a:p>
        </p:txBody>
      </p:sp>
      <p:sp>
        <p:nvSpPr>
          <p:cNvPr id="3" name="Content Placeholder 2">
            <a:extLst>
              <a:ext uri="{FF2B5EF4-FFF2-40B4-BE49-F238E27FC236}">
                <a16:creationId xmlns:a16="http://schemas.microsoft.com/office/drawing/2014/main" id="{EABD5A7F-0523-44C0-A8EE-32C1AAE5619F}"/>
              </a:ext>
            </a:extLst>
          </p:cNvPr>
          <p:cNvSpPr>
            <a:spLocks noGrp="1"/>
          </p:cNvSpPr>
          <p:nvPr>
            <p:ph idx="1"/>
          </p:nvPr>
        </p:nvSpPr>
        <p:spPr>
          <a:xfrm>
            <a:off x="2589212" y="2133600"/>
            <a:ext cx="8847822" cy="2819401"/>
          </a:xfrm>
        </p:spPr>
        <p:txBody>
          <a:bodyPr/>
          <a:lstStyle/>
          <a:p>
            <a:pPr>
              <a:buFont typeface="+mj-lt"/>
              <a:buAutoNum type="arabicPeriod"/>
            </a:pPr>
            <a:r>
              <a:rPr lang="en-US" dirty="0">
                <a:latin typeface="Times New Roman" panose="02020603050405020304" pitchFamily="18" charset="0"/>
                <a:cs typeface="Times New Roman" panose="02020603050405020304" pitchFamily="18" charset="0"/>
              </a:rPr>
              <a:t>Find whole information</a:t>
            </a:r>
          </a:p>
          <a:p>
            <a:pPr>
              <a:buFont typeface="+mj-lt"/>
              <a:buAutoNum type="arabicPeriod"/>
            </a:pPr>
            <a:r>
              <a:rPr lang="en-US" dirty="0">
                <a:latin typeface="Times New Roman" panose="02020603050405020304" pitchFamily="18" charset="0"/>
                <a:cs typeface="Times New Roman" panose="02020603050405020304" pitchFamily="18" charset="0"/>
              </a:rPr>
              <a:t>Low cost and convenience</a:t>
            </a:r>
          </a:p>
          <a:p>
            <a:pPr>
              <a:buFont typeface="+mj-lt"/>
              <a:buAutoNum type="arabicPeriod"/>
            </a:pPr>
            <a:r>
              <a:rPr lang="en-US" dirty="0">
                <a:latin typeface="Times New Roman" panose="02020603050405020304" pitchFamily="18" charset="0"/>
                <a:cs typeface="Times New Roman" panose="02020603050405020304" pitchFamily="18" charset="0"/>
              </a:rPr>
              <a:t>Time Saving</a:t>
            </a:r>
          </a:p>
          <a:p>
            <a:pPr>
              <a:buFont typeface="+mj-lt"/>
              <a:buAutoNum type="arabicPeriod"/>
            </a:pPr>
            <a:r>
              <a:rPr lang="en-US" dirty="0">
                <a:latin typeface="Times New Roman" panose="02020603050405020304" pitchFamily="18" charset="0"/>
                <a:cs typeface="Times New Roman" panose="02020603050405020304" pitchFamily="18" charset="0"/>
              </a:rPr>
              <a:t>Manage room easily</a:t>
            </a:r>
          </a:p>
          <a:p>
            <a:pPr>
              <a:buFont typeface="+mj-lt"/>
              <a:buAutoNum type="arabicPeriod"/>
            </a:pPr>
            <a:r>
              <a:rPr lang="en-US" dirty="0">
                <a:latin typeface="Times New Roman" panose="02020603050405020304" pitchFamily="18" charset="0"/>
                <a:cs typeface="Times New Roman" panose="02020603050405020304" pitchFamily="18" charset="0"/>
              </a:rPr>
              <a:t>Manage transport easily </a:t>
            </a:r>
          </a:p>
          <a:p>
            <a:pPr>
              <a:buFont typeface="+mj-lt"/>
              <a:buAutoNum type="arabicPeriod"/>
            </a:pPr>
            <a:r>
              <a:rPr lang="en-US" dirty="0">
                <a:latin typeface="Times New Roman" panose="02020603050405020304" pitchFamily="18" charset="0"/>
                <a:cs typeface="Times New Roman" panose="02020603050405020304" pitchFamily="18" charset="0"/>
              </a:rPr>
              <a:t>Impartial reviews on online travel sites may give new customers the confidence to book</a:t>
            </a:r>
          </a:p>
        </p:txBody>
      </p:sp>
    </p:spTree>
    <p:extLst>
      <p:ext uri="{BB962C8B-B14F-4D97-AF65-F5344CB8AC3E}">
        <p14:creationId xmlns:p14="http://schemas.microsoft.com/office/powerpoint/2010/main" val="3603614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E9F22-B67B-490A-9868-12010221C1C0}"/>
              </a:ext>
            </a:extLst>
          </p:cNvPr>
          <p:cNvSpPr>
            <a:spLocks noGrp="1"/>
          </p:cNvSpPr>
          <p:nvPr>
            <p:ph type="title"/>
          </p:nvPr>
        </p:nvSpPr>
        <p:spPr>
          <a:xfrm>
            <a:off x="2383887" y="708517"/>
            <a:ext cx="7424225" cy="796727"/>
          </a:xfrm>
        </p:spPr>
        <p:txBody>
          <a:bodyPr/>
          <a:lstStyle/>
          <a:p>
            <a:pPr algn="ctr"/>
            <a:r>
              <a:rPr lang="en-US" dirty="0">
                <a:latin typeface="Times New Roman" panose="02020603050405020304" pitchFamily="18" charset="0"/>
                <a:cs typeface="Times New Roman" panose="02020603050405020304" pitchFamily="18" charset="0"/>
              </a:rPr>
              <a:t>Technology Use</a:t>
            </a:r>
          </a:p>
        </p:txBody>
      </p:sp>
      <p:sp>
        <p:nvSpPr>
          <p:cNvPr id="3" name="Content Placeholder 2">
            <a:extLst>
              <a:ext uri="{FF2B5EF4-FFF2-40B4-BE49-F238E27FC236}">
                <a16:creationId xmlns:a16="http://schemas.microsoft.com/office/drawing/2014/main" id="{85E151A8-61C4-4666-814C-74052475A955}"/>
              </a:ext>
            </a:extLst>
          </p:cNvPr>
          <p:cNvSpPr>
            <a:spLocks noGrp="1"/>
          </p:cNvSpPr>
          <p:nvPr>
            <p:ph idx="1"/>
          </p:nvPr>
        </p:nvSpPr>
        <p:spPr>
          <a:xfrm>
            <a:off x="1773286" y="1697501"/>
            <a:ext cx="8915400" cy="3777622"/>
          </a:xfrm>
        </p:spPr>
        <p:txBody>
          <a:bodyPr>
            <a:normAutofit/>
          </a:bodyPr>
          <a:lstStyle/>
          <a:p>
            <a:pPr>
              <a:buFont typeface="+mj-lt"/>
              <a:buAutoNum type="arabicPeriod"/>
            </a:pPr>
            <a:r>
              <a:rPr lang="en-US" dirty="0">
                <a:latin typeface="Times New Roman" panose="02020603050405020304" pitchFamily="18" charset="0"/>
                <a:cs typeface="Times New Roman" panose="02020603050405020304" pitchFamily="18" charset="0"/>
              </a:rPr>
              <a:t>HTML and CSS</a:t>
            </a:r>
          </a:p>
          <a:p>
            <a:pPr>
              <a:buFont typeface="+mj-lt"/>
              <a:buAutoNum type="arabicPeriod"/>
            </a:pPr>
            <a:r>
              <a:rPr lang="en-US" dirty="0">
                <a:latin typeface="Times New Roman" panose="02020603050405020304" pitchFamily="18" charset="0"/>
                <a:cs typeface="Times New Roman" panose="02020603050405020304" pitchFamily="18" charset="0"/>
              </a:rPr>
              <a:t>JavaScript</a:t>
            </a:r>
          </a:p>
          <a:p>
            <a:pPr>
              <a:buFont typeface="+mj-lt"/>
              <a:buAutoNum type="arabicPeriod"/>
            </a:pPr>
            <a:r>
              <a:rPr lang="en-US" dirty="0">
                <a:latin typeface="Times New Roman" panose="02020603050405020304" pitchFamily="18" charset="0"/>
                <a:cs typeface="Times New Roman" panose="02020603050405020304" pitchFamily="18" charset="0"/>
              </a:rPr>
              <a:t>PHP</a:t>
            </a:r>
          </a:p>
          <a:p>
            <a:pPr>
              <a:buFont typeface="+mj-lt"/>
              <a:buAutoNum type="arabicPeriod"/>
            </a:pPr>
            <a:r>
              <a:rPr lang="en-US" dirty="0">
                <a:latin typeface="Times New Roman" panose="02020603050405020304" pitchFamily="18" charset="0"/>
                <a:cs typeface="Times New Roman" panose="02020603050405020304" pitchFamily="18" charset="0"/>
              </a:rPr>
              <a:t> Laravel</a:t>
            </a:r>
          </a:p>
          <a:p>
            <a:pPr>
              <a:buFont typeface="+mj-lt"/>
              <a:buAutoNum type="arabicPeriod"/>
            </a:pPr>
            <a:r>
              <a:rPr lang="en-US" dirty="0">
                <a:latin typeface="Times New Roman" panose="02020603050405020304" pitchFamily="18" charset="0"/>
                <a:cs typeface="Times New Roman" panose="02020603050405020304" pitchFamily="18" charset="0"/>
              </a:rPr>
              <a:t> ASP.NET</a:t>
            </a:r>
          </a:p>
          <a:p>
            <a:pPr>
              <a:buFont typeface="+mj-lt"/>
              <a:buAutoNum type="arabicPeriod"/>
            </a:pPr>
            <a:r>
              <a:rPr lang="en-US" dirty="0">
                <a:latin typeface="Times New Roman" panose="02020603050405020304" pitchFamily="18" charset="0"/>
                <a:cs typeface="Times New Roman" panose="02020603050405020304" pitchFamily="18" charset="0"/>
              </a:rPr>
              <a:t>Google Chrome or Mozilla Firefox</a:t>
            </a:r>
          </a:p>
          <a:p>
            <a:pPr>
              <a:buFont typeface="+mj-lt"/>
              <a:buAutoNum type="arabicPeriod"/>
            </a:pPr>
            <a:r>
              <a:rPr lang="en-US" dirty="0">
                <a:latin typeface="Times New Roman" panose="02020603050405020304" pitchFamily="18" charset="0"/>
                <a:cs typeface="Times New Roman" panose="02020603050405020304" pitchFamily="18" charset="0"/>
              </a:rPr>
              <a:t>File Transfer Protocol</a:t>
            </a:r>
          </a:p>
          <a:p>
            <a:pPr>
              <a:buFont typeface="+mj-lt"/>
              <a:buAutoNum type="arabicPeriod"/>
            </a:pPr>
            <a:r>
              <a:rPr lang="en-US" dirty="0">
                <a:latin typeface="Times New Roman" panose="02020603050405020304" pitchFamily="18" charset="0"/>
                <a:cs typeface="Times New Roman" panose="02020603050405020304" pitchFamily="18" charset="0"/>
              </a:rPr>
              <a:t>Domain and Hosting</a:t>
            </a:r>
          </a:p>
          <a:p>
            <a:pPr>
              <a:buFont typeface="+mj-lt"/>
              <a:buAutoNum type="arabicPeriod"/>
            </a:pPr>
            <a:r>
              <a:rPr lang="en-US" dirty="0">
                <a:latin typeface="Times New Roman" panose="02020603050405020304" pitchFamily="18" charset="0"/>
                <a:cs typeface="Times New Roman" panose="02020603050405020304" pitchFamily="18" charset="0"/>
              </a:rPr>
              <a:t>Search Engine Optimization</a:t>
            </a:r>
          </a:p>
          <a:p>
            <a:pPr>
              <a:buFont typeface="+mj-lt"/>
              <a:buAutoNum type="arabicPeriod"/>
            </a:pPr>
            <a:endParaRPr lang="en-US" b="1" dirty="0"/>
          </a:p>
          <a:p>
            <a:pPr>
              <a:buFont typeface="+mj-lt"/>
              <a:buAutoNum type="arabicPeriod"/>
            </a:pPr>
            <a:endParaRPr lang="en-US" dirty="0"/>
          </a:p>
        </p:txBody>
      </p:sp>
    </p:spTree>
    <p:extLst>
      <p:ext uri="{BB962C8B-B14F-4D97-AF65-F5344CB8AC3E}">
        <p14:creationId xmlns:p14="http://schemas.microsoft.com/office/powerpoint/2010/main" val="2442110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3AB48-7B73-4326-BAF1-391E627AE2F0}"/>
              </a:ext>
            </a:extLst>
          </p:cNvPr>
          <p:cNvSpPr>
            <a:spLocks noGrp="1"/>
          </p:cNvSpPr>
          <p:nvPr>
            <p:ph type="title"/>
          </p:nvPr>
        </p:nvSpPr>
        <p:spPr>
          <a:xfrm>
            <a:off x="2643761" y="750719"/>
            <a:ext cx="6904477" cy="838930"/>
          </a:xfrm>
        </p:spPr>
        <p:txBody>
          <a:bodyPr/>
          <a:lstStyle/>
          <a:p>
            <a:pPr algn="ctr"/>
            <a:r>
              <a:rPr lang="en-US" dirty="0">
                <a:latin typeface="Times New Roman" panose="02020603050405020304" pitchFamily="18" charset="0"/>
                <a:cs typeface="Times New Roman" panose="02020603050405020304" pitchFamily="18" charset="0"/>
              </a:rPr>
              <a:t>Features</a:t>
            </a:r>
          </a:p>
        </p:txBody>
      </p:sp>
      <p:sp>
        <p:nvSpPr>
          <p:cNvPr id="3" name="Content Placeholder 2">
            <a:extLst>
              <a:ext uri="{FF2B5EF4-FFF2-40B4-BE49-F238E27FC236}">
                <a16:creationId xmlns:a16="http://schemas.microsoft.com/office/drawing/2014/main" id="{F99D79B9-D8BA-4C19-ADBA-8DBB94827D30}"/>
              </a:ext>
            </a:extLst>
          </p:cNvPr>
          <p:cNvSpPr>
            <a:spLocks noGrp="1"/>
          </p:cNvSpPr>
          <p:nvPr>
            <p:ph idx="1"/>
          </p:nvPr>
        </p:nvSpPr>
        <p:spPr>
          <a:xfrm>
            <a:off x="1745151" y="1589649"/>
            <a:ext cx="8915400" cy="3777622"/>
          </a:xfrm>
        </p:spPr>
        <p:txBody>
          <a:bodyPr>
            <a:normAutofit lnSpcReduction="10000"/>
          </a:bodyPr>
          <a:lstStyle/>
          <a:p>
            <a:pPr>
              <a:buFont typeface="+mj-lt"/>
              <a:buAutoNum type="arabicPeriod"/>
            </a:pPr>
            <a:r>
              <a:rPr lang="en-US" dirty="0">
                <a:latin typeface="Times New Roman" panose="02020603050405020304" pitchFamily="18" charset="0"/>
                <a:cs typeface="Times New Roman" panose="02020603050405020304" pitchFamily="18" charset="0"/>
              </a:rPr>
              <a:t>Ease of use</a:t>
            </a:r>
          </a:p>
          <a:p>
            <a:pPr>
              <a:buFont typeface="+mj-lt"/>
              <a:buAutoNum type="arabicPeriod"/>
            </a:pPr>
            <a:r>
              <a:rPr lang="en-US" dirty="0">
                <a:latin typeface="Times New Roman" panose="02020603050405020304" pitchFamily="18" charset="0"/>
                <a:cs typeface="Times New Roman" panose="02020603050405020304" pitchFamily="18" charset="0"/>
              </a:rPr>
              <a:t>Quality of website design templates and themes</a:t>
            </a:r>
          </a:p>
          <a:p>
            <a:pPr>
              <a:buFont typeface="+mj-lt"/>
              <a:buAutoNum type="arabicPeriod"/>
            </a:pPr>
            <a:r>
              <a:rPr lang="en-US" dirty="0">
                <a:latin typeface="Times New Roman" panose="02020603050405020304" pitchFamily="18" charset="0"/>
                <a:cs typeface="Times New Roman" panose="02020603050405020304" pitchFamily="18" charset="0"/>
              </a:rPr>
              <a:t>Website design template customization options</a:t>
            </a:r>
          </a:p>
          <a:p>
            <a:pPr>
              <a:buFont typeface="+mj-lt"/>
              <a:buAutoNum type="arabicPeriod"/>
            </a:pPr>
            <a:r>
              <a:rPr lang="en-US" dirty="0">
                <a:latin typeface="Times New Roman" panose="02020603050405020304" pitchFamily="18" charset="0"/>
                <a:cs typeface="Times New Roman" panose="02020603050405020304" pitchFamily="18" charset="0"/>
              </a:rPr>
              <a:t>Security</a:t>
            </a:r>
          </a:p>
          <a:p>
            <a:pPr>
              <a:buFont typeface="+mj-lt"/>
              <a:buAutoNum type="arabicPeriod"/>
            </a:pPr>
            <a:r>
              <a:rPr lang="en-US" dirty="0">
                <a:latin typeface="Times New Roman" panose="02020603050405020304" pitchFamily="18" charset="0"/>
                <a:cs typeface="Times New Roman" panose="02020603050405020304" pitchFamily="18" charset="0"/>
              </a:rPr>
              <a:t>Image galleries and image editing</a:t>
            </a:r>
          </a:p>
          <a:p>
            <a:pPr>
              <a:buFont typeface="+mj-lt"/>
              <a:buAutoNum type="arabicPeriod"/>
            </a:pPr>
            <a:r>
              <a:rPr lang="en-US" dirty="0">
                <a:latin typeface="Times New Roman" panose="02020603050405020304" pitchFamily="18" charset="0"/>
                <a:cs typeface="Times New Roman" panose="02020603050405020304" pitchFamily="18" charset="0"/>
              </a:rPr>
              <a:t>Blogging tool</a:t>
            </a:r>
          </a:p>
          <a:p>
            <a:pPr>
              <a:buFont typeface="+mj-lt"/>
              <a:buAutoNum type="arabicPeriod"/>
            </a:pPr>
            <a:r>
              <a:rPr lang="en-US" dirty="0">
                <a:latin typeface="Times New Roman" panose="02020603050405020304" pitchFamily="18" charset="0"/>
                <a:cs typeface="Times New Roman" panose="02020603050405020304" pitchFamily="18" charset="0"/>
              </a:rPr>
              <a:t>Social sharing functionality</a:t>
            </a:r>
          </a:p>
          <a:p>
            <a:pPr>
              <a:buFont typeface="+mj-lt"/>
              <a:buAutoNum type="arabicPeriod"/>
            </a:pPr>
            <a:r>
              <a:rPr lang="en-US" dirty="0">
                <a:latin typeface="Times New Roman" panose="02020603050405020304" pitchFamily="18" charset="0"/>
                <a:cs typeface="Times New Roman" panose="02020603050405020304" pitchFamily="18" charset="0"/>
              </a:rPr>
              <a:t>Website analytics and reports</a:t>
            </a:r>
          </a:p>
          <a:p>
            <a:pPr>
              <a:buFont typeface="+mj-lt"/>
              <a:buAutoNum type="arabicPeriod"/>
            </a:pPr>
            <a:r>
              <a:rPr lang="en-US" dirty="0">
                <a:latin typeface="Times New Roman" panose="02020603050405020304" pitchFamily="18" charset="0"/>
                <a:cs typeface="Times New Roman" panose="02020603050405020304" pitchFamily="18" charset="0"/>
              </a:rPr>
              <a:t>Domain email hosting</a:t>
            </a:r>
          </a:p>
          <a:p>
            <a:pPr>
              <a:buFont typeface="+mj-lt"/>
              <a:buAutoNum type="arabicPeriod"/>
            </a:pPr>
            <a:r>
              <a:rPr lang="en-US" dirty="0">
                <a:latin typeface="Times New Roman" panose="02020603050405020304" pitchFamily="18" charset="0"/>
                <a:cs typeface="Times New Roman" panose="02020603050405020304" pitchFamily="18" charset="0"/>
              </a:rPr>
              <a:t>Clear Navigation</a:t>
            </a:r>
          </a:p>
          <a:p>
            <a:pPr>
              <a:buFont typeface="+mj-lt"/>
              <a:buAutoNum type="arabi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5614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2918-E701-4C3C-BD55-6C5B817A406C}"/>
              </a:ext>
            </a:extLst>
          </p:cNvPr>
          <p:cNvSpPr>
            <a:spLocks noGrp="1"/>
          </p:cNvSpPr>
          <p:nvPr>
            <p:ph type="title"/>
          </p:nvPr>
        </p:nvSpPr>
        <p:spPr>
          <a:xfrm>
            <a:off x="2142759" y="673347"/>
            <a:ext cx="7352933" cy="543508"/>
          </a:xfrm>
        </p:spPr>
        <p:txBody>
          <a:bodyPr>
            <a:noAutofit/>
          </a:bodyPr>
          <a:lstStyle/>
          <a:p>
            <a:pPr algn="ctr"/>
            <a:r>
              <a:rPr lang="en-US" dirty="0">
                <a:latin typeface="Times New Roman" panose="02020603050405020304" pitchFamily="18" charset="0"/>
                <a:cs typeface="Times New Roman" panose="02020603050405020304" pitchFamily="18" charset="0"/>
              </a:rPr>
              <a:t>Limitation</a:t>
            </a:r>
          </a:p>
        </p:txBody>
      </p:sp>
      <p:sp>
        <p:nvSpPr>
          <p:cNvPr id="3" name="Content Placeholder 2">
            <a:extLst>
              <a:ext uri="{FF2B5EF4-FFF2-40B4-BE49-F238E27FC236}">
                <a16:creationId xmlns:a16="http://schemas.microsoft.com/office/drawing/2014/main" id="{80E7EEBB-B817-481A-B0B9-06B1B1EAE208}"/>
              </a:ext>
            </a:extLst>
          </p:cNvPr>
          <p:cNvSpPr>
            <a:spLocks noGrp="1"/>
          </p:cNvSpPr>
          <p:nvPr>
            <p:ph idx="1"/>
          </p:nvPr>
        </p:nvSpPr>
        <p:spPr>
          <a:xfrm>
            <a:off x="2142759" y="1400907"/>
            <a:ext cx="8915400" cy="4056185"/>
          </a:xfrm>
        </p:spPr>
        <p:txBody>
          <a:bodyPr/>
          <a:lstStyle/>
          <a:p>
            <a:pPr>
              <a:buFont typeface="+mj-lt"/>
              <a:buAutoNum type="arabicPeriod"/>
            </a:pPr>
            <a:r>
              <a:rPr lang="en-US" dirty="0">
                <a:latin typeface="Times New Roman" panose="02020603050405020304" pitchFamily="18" charset="0"/>
                <a:cs typeface="Times New Roman" panose="02020603050405020304" pitchFamily="18" charset="0"/>
              </a:rPr>
              <a:t>Internet Reliance</a:t>
            </a:r>
          </a:p>
          <a:p>
            <a:pPr>
              <a:buFont typeface="+mj-lt"/>
              <a:buAutoNum type="arabicPeriod"/>
            </a:pPr>
            <a:r>
              <a:rPr lang="en-US" dirty="0">
                <a:latin typeface="Times New Roman" panose="02020603050405020304" pitchFamily="18" charset="0"/>
                <a:cs typeface="Times New Roman" panose="02020603050405020304" pitchFamily="18" charset="0"/>
              </a:rPr>
              <a:t>Security </a:t>
            </a:r>
          </a:p>
          <a:p>
            <a:pPr>
              <a:buFont typeface="+mj-lt"/>
              <a:buAutoNum type="arabicPeriod"/>
            </a:pPr>
            <a:r>
              <a:rPr lang="en-US" dirty="0">
                <a:latin typeface="Times New Roman" panose="02020603050405020304" pitchFamily="18" charset="0"/>
                <a:cs typeface="Times New Roman" panose="02020603050405020304" pitchFamily="18" charset="0"/>
              </a:rPr>
              <a:t>Reduced speed</a:t>
            </a:r>
          </a:p>
          <a:p>
            <a:pPr>
              <a:buFont typeface="+mj-lt"/>
              <a:buAutoNum type="arabicPeriod"/>
            </a:pPr>
            <a:r>
              <a:rPr lang="en-US" dirty="0">
                <a:latin typeface="Times New Roman" panose="02020603050405020304" pitchFamily="18" charset="0"/>
                <a:cs typeface="Times New Roman" panose="02020603050405020304" pitchFamily="18" charset="0"/>
              </a:rPr>
              <a:t>Browser Support </a:t>
            </a:r>
          </a:p>
          <a:p>
            <a:pPr>
              <a:buFont typeface="+mj-lt"/>
              <a:buAutoNum type="arabicPeriod"/>
            </a:pPr>
            <a:r>
              <a:rPr lang="en-US" dirty="0">
                <a:latin typeface="Times New Roman" panose="02020603050405020304" pitchFamily="18" charset="0"/>
                <a:cs typeface="Times New Roman" panose="02020603050405020304" pitchFamily="18" charset="0"/>
              </a:rPr>
              <a:t>Domain Name</a:t>
            </a:r>
          </a:p>
          <a:p>
            <a:pPr>
              <a:buFont typeface="+mj-lt"/>
              <a:buAutoNum type="arabicPeriod"/>
            </a:pPr>
            <a:r>
              <a:rPr lang="en-US" dirty="0">
                <a:latin typeface="Times New Roman" panose="02020603050405020304" pitchFamily="18" charset="0"/>
                <a:cs typeface="Times New Roman" panose="02020603050405020304" pitchFamily="18" charset="0"/>
              </a:rPr>
              <a:t>Hosting for files and Database</a:t>
            </a:r>
          </a:p>
          <a:p>
            <a:pPr>
              <a:buFont typeface="+mj-lt"/>
              <a:buAutoNum type="arabicPeriod"/>
            </a:pPr>
            <a:r>
              <a:rPr lang="en-US" dirty="0">
                <a:latin typeface="Times New Roman" panose="02020603050405020304" pitchFamily="18" charset="0"/>
                <a:cs typeface="Times New Roman" panose="02020603050405020304" pitchFamily="18" charset="0"/>
              </a:rPr>
              <a:t>Mobile web application limitations </a:t>
            </a:r>
          </a:p>
          <a:p>
            <a:pPr>
              <a:buFont typeface="+mj-lt"/>
              <a:buAutoNum type="arabicPeriod"/>
            </a:pPr>
            <a:r>
              <a:rPr lang="en-US" dirty="0">
                <a:latin typeface="Times New Roman" panose="02020603050405020304" pitchFamily="18" charset="0"/>
                <a:cs typeface="Times New Roman" panose="02020603050405020304" pitchFamily="18" charset="0"/>
              </a:rPr>
              <a:t>Lack of JavaScript and cookies </a:t>
            </a:r>
          </a:p>
          <a:p>
            <a:pPr>
              <a:buFont typeface="+mj-lt"/>
              <a:buAutoNum type="arabicPeriod"/>
            </a:pPr>
            <a:r>
              <a:rPr lang="en-US" dirty="0">
                <a:latin typeface="Times New Roman" panose="02020603050405020304" pitchFamily="18" charset="0"/>
                <a:cs typeface="Times New Roman" panose="02020603050405020304" pitchFamily="18" charset="0"/>
              </a:rPr>
              <a:t>Display Limitations</a:t>
            </a:r>
          </a:p>
          <a:p>
            <a:pPr>
              <a:buFont typeface="+mj-lt"/>
              <a:buAutoNum type="arabicPeriod"/>
            </a:pPr>
            <a:r>
              <a:rPr lang="en-US" dirty="0">
                <a:latin typeface="Times New Roman" panose="02020603050405020304" pitchFamily="18" charset="0"/>
                <a:cs typeface="Times New Roman" panose="02020603050405020304" pitchFamily="18" charset="0"/>
              </a:rPr>
              <a:t>Typeface Limitations</a:t>
            </a:r>
          </a:p>
          <a:p>
            <a:pPr>
              <a:buFont typeface="+mj-lt"/>
              <a:buAutoNum type="arabicPeriod"/>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2588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1AC29-9EDB-4CD4-B62B-A2566E080214}"/>
              </a:ext>
            </a:extLst>
          </p:cNvPr>
          <p:cNvSpPr>
            <a:spLocks noGrp="1"/>
          </p:cNvSpPr>
          <p:nvPr>
            <p:ph type="title"/>
          </p:nvPr>
        </p:nvSpPr>
        <p:spPr>
          <a:xfrm>
            <a:off x="2592925" y="624110"/>
            <a:ext cx="7563949" cy="740456"/>
          </a:xfrm>
        </p:spPr>
        <p:txBody>
          <a:bodyPr/>
          <a:lstStyle/>
          <a:p>
            <a:pPr algn="ctr"/>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7139E2F2-DC90-4A2B-B1B1-B5C1F1BA3F7E}"/>
              </a:ext>
            </a:extLst>
          </p:cNvPr>
          <p:cNvSpPr>
            <a:spLocks noGrp="1"/>
          </p:cNvSpPr>
          <p:nvPr>
            <p:ph idx="1"/>
          </p:nvPr>
        </p:nvSpPr>
        <p:spPr>
          <a:xfrm>
            <a:off x="1545102" y="2008163"/>
            <a:ext cx="9580098" cy="2841674"/>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Travel and tourism management” simplifies the management process in travelling. Fast processing and immediate results with high security. Minimizing human effort and cost efficient databases.  Navigation through the site is easy.</a:t>
            </a:r>
          </a:p>
          <a:p>
            <a:pPr marL="0" indent="0">
              <a:buNone/>
            </a:pPr>
            <a:r>
              <a:rPr lang="en-US" sz="2000" dirty="0">
                <a:latin typeface="Times New Roman" panose="02020603050405020304" pitchFamily="18" charset="0"/>
                <a:cs typeface="Times New Roman" panose="02020603050405020304" pitchFamily="18" charset="0"/>
              </a:rPr>
              <a:t> History will keep with many information such as place, ways, price that customers use, and time system can analyze the information and can keep private history to cloud or share history information to another people.</a:t>
            </a:r>
          </a:p>
        </p:txBody>
      </p:sp>
    </p:spTree>
    <p:extLst>
      <p:ext uri="{BB962C8B-B14F-4D97-AF65-F5344CB8AC3E}">
        <p14:creationId xmlns:p14="http://schemas.microsoft.com/office/powerpoint/2010/main" val="1877544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FFCA5-43AD-47DD-A0B4-39A593C94CFA}"/>
              </a:ext>
            </a:extLst>
          </p:cNvPr>
          <p:cNvSpPr>
            <a:spLocks noGrp="1"/>
          </p:cNvSpPr>
          <p:nvPr>
            <p:ph type="title"/>
          </p:nvPr>
        </p:nvSpPr>
        <p:spPr>
          <a:xfrm>
            <a:off x="2592926" y="624110"/>
            <a:ext cx="6719886" cy="895201"/>
          </a:xfrm>
        </p:spPr>
        <p:txBody>
          <a:bodyPr>
            <a:noAutofit/>
          </a:bodyPr>
          <a:lstStyle/>
          <a:p>
            <a:pPr algn="ctr"/>
            <a:r>
              <a:rPr lang="en-US" sz="4400" dirty="0"/>
              <a:t>Reference </a:t>
            </a:r>
          </a:p>
        </p:txBody>
      </p:sp>
      <p:sp>
        <p:nvSpPr>
          <p:cNvPr id="3" name="Content Placeholder 2">
            <a:extLst>
              <a:ext uri="{FF2B5EF4-FFF2-40B4-BE49-F238E27FC236}">
                <a16:creationId xmlns:a16="http://schemas.microsoft.com/office/drawing/2014/main" id="{16B0C754-AA4F-4AE7-9C44-0A17B42133E4}"/>
              </a:ext>
            </a:extLst>
          </p:cNvPr>
          <p:cNvSpPr>
            <a:spLocks noGrp="1"/>
          </p:cNvSpPr>
          <p:nvPr>
            <p:ph idx="1"/>
          </p:nvPr>
        </p:nvSpPr>
        <p:spPr>
          <a:xfrm>
            <a:off x="1638300" y="1922584"/>
            <a:ext cx="8915400" cy="2719754"/>
          </a:xfrm>
        </p:spPr>
        <p:txBody>
          <a:bodyPr/>
          <a:lstStyle/>
          <a:p>
            <a:pPr>
              <a:buFont typeface="+mj-lt"/>
              <a:buAutoNum type="arabicPeriod"/>
            </a:pPr>
            <a:r>
              <a:rPr lang="en-US" dirty="0"/>
              <a:t>https://sites.google.com/site/setravelagency989/functional-requirements</a:t>
            </a:r>
          </a:p>
          <a:p>
            <a:pPr>
              <a:buFont typeface="+mj-lt"/>
              <a:buAutoNum type="arabicPeriod"/>
            </a:pPr>
            <a:r>
              <a:rPr lang="en-US" dirty="0"/>
              <a:t>https://www.codeconquest.com/website/what-is-needed-for-a-website</a:t>
            </a:r>
          </a:p>
          <a:p>
            <a:pPr>
              <a:buFont typeface="+mj-lt"/>
              <a:buAutoNum type="arabicPeriod"/>
            </a:pPr>
            <a:r>
              <a:rPr lang="en-US" dirty="0"/>
              <a:t>https://www.codeconquest.com/website/what-is-needed-for-a-website</a:t>
            </a:r>
          </a:p>
          <a:p>
            <a:pPr>
              <a:buFont typeface="+mj-lt"/>
              <a:buAutoNum type="arabicPeriod"/>
            </a:pPr>
            <a:r>
              <a:rPr lang="en-US" dirty="0"/>
              <a:t>https://www.quora.com/What-are-the-limitations-of-web-applications</a:t>
            </a:r>
          </a:p>
          <a:p>
            <a:pPr>
              <a:buFont typeface="+mj-lt"/>
              <a:buAutoNum type="arabicPeriod"/>
            </a:pPr>
            <a:r>
              <a:rPr lang="en-US" dirty="0"/>
              <a:t>https://www.website.com/website-builder-and-web-design/what-features-should-a-website-builder-have</a:t>
            </a:r>
          </a:p>
          <a:p>
            <a:pPr>
              <a:buFont typeface="+mj-lt"/>
              <a:buAutoNum type="arabicPeriod"/>
            </a:pPr>
            <a:endParaRPr lang="en-US" dirty="0"/>
          </a:p>
        </p:txBody>
      </p:sp>
    </p:spTree>
    <p:extLst>
      <p:ext uri="{BB962C8B-B14F-4D97-AF65-F5344CB8AC3E}">
        <p14:creationId xmlns:p14="http://schemas.microsoft.com/office/powerpoint/2010/main" val="95010785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74</TotalTime>
  <Words>442</Words>
  <Application>Microsoft Office PowerPoint</Application>
  <PresentationFormat>Widescreen</PresentationFormat>
  <Paragraphs>68</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Century Gothic</vt:lpstr>
      <vt:lpstr>Times New Roman</vt:lpstr>
      <vt:lpstr>Wingdings</vt:lpstr>
      <vt:lpstr>Wingdings 3</vt:lpstr>
      <vt:lpstr>Wisp</vt:lpstr>
      <vt:lpstr>PowerPoint Presentation</vt:lpstr>
      <vt:lpstr>User Requirements</vt:lpstr>
      <vt:lpstr>User Requirements</vt:lpstr>
      <vt:lpstr>Advantage</vt:lpstr>
      <vt:lpstr>Technology Use</vt:lpstr>
      <vt:lpstr>Features</vt:lpstr>
      <vt:lpstr>Limitation</vt:lpstr>
      <vt:lpstr>Conclusion</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Kawsher Mahbub</dc:creator>
  <cp:lastModifiedBy>Kawsher Mahbub</cp:lastModifiedBy>
  <cp:revision>9</cp:revision>
  <dcterms:created xsi:type="dcterms:W3CDTF">2019-07-01T15:38:54Z</dcterms:created>
  <dcterms:modified xsi:type="dcterms:W3CDTF">2019-07-01T16:53:24Z</dcterms:modified>
</cp:coreProperties>
</file>