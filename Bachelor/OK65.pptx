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Rosarivo"/>
      <p:regular r:id="rId22"/>
      <p: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4" roundtripDataSignature="AMtx7mhjmYZg/CAH/zDBiPUw84fn0M3C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sarivo-regular.fntdata"/><Relationship Id="rId21" Type="http://schemas.openxmlformats.org/officeDocument/2006/relationships/slide" Target="slides/slide16.xml"/><Relationship Id="rId24" Type="http://customschemas.google.com/relationships/presentationmetadata" Target="metadata"/><Relationship Id="rId23" Type="http://schemas.openxmlformats.org/officeDocument/2006/relationships/font" Target="fonts/Rosariv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9bab72da5c_0_59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9bab72da5c_0_59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9bab72da5c_0_59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9bab72da5c_0_602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9bab72da5c_0_60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9bab72da5c_0_60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9bab72da5c_0_60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9bab72da5c_0_6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9bab72da5c_0_60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9bab72da5c_0_60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9bab72da5c_0_60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9bab72da5c_0_60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9bab72da5c_0_6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9bab72da5c_0_6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9bab72da5c_0_61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9bab72da5c_0_61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9bab72da5c_0_6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9bab72da5c_0_62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9bab72da5c_0_6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9bab72da5c_0_624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9bab72da5c_0_62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9bab72da5c_0_62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9bab72da5c_0_624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9bab72da5c_0_6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9bab72da5c_0_63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9bab72da5c_0_6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9bab72da5c_0_63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9bab72da5c_0_63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9bab72da5c_0_6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9bab72da5c_0_6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9bab72da5c_0_59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9bab72da5c_0_59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g9bab72da5c_0_5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2" Type="http://schemas.openxmlformats.org/officeDocument/2006/relationships/image" Target="../media/image3.png"/><Relationship Id="rId9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2" Type="http://schemas.openxmlformats.org/officeDocument/2006/relationships/image" Target="../media/image3.png"/><Relationship Id="rId9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jp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6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7.png"/><Relationship Id="rId21" Type="http://schemas.openxmlformats.org/officeDocument/2006/relationships/image" Target="../media/image14.png"/><Relationship Id="rId24" Type="http://schemas.openxmlformats.org/officeDocument/2006/relationships/image" Target="../media/image12.png"/><Relationship Id="rId23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jpg"/><Relationship Id="rId26" Type="http://schemas.openxmlformats.org/officeDocument/2006/relationships/image" Target="../media/image24.png"/><Relationship Id="rId25" Type="http://schemas.openxmlformats.org/officeDocument/2006/relationships/image" Target="../media/image21.png"/><Relationship Id="rId28" Type="http://schemas.openxmlformats.org/officeDocument/2006/relationships/image" Target="../media/image23.png"/><Relationship Id="rId27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3.png"/><Relationship Id="rId15" Type="http://schemas.openxmlformats.org/officeDocument/2006/relationships/image" Target="../media/image16.png"/><Relationship Id="rId14" Type="http://schemas.openxmlformats.org/officeDocument/2006/relationships/image" Target="../media/image18.png"/><Relationship Id="rId17" Type="http://schemas.openxmlformats.org/officeDocument/2006/relationships/image" Target="../media/image25.gif"/><Relationship Id="rId16" Type="http://schemas.openxmlformats.org/officeDocument/2006/relationships/image" Target="../media/image19.png"/><Relationship Id="rId19" Type="http://schemas.openxmlformats.org/officeDocument/2006/relationships/image" Target="../media/image11.png"/><Relationship Id="rId18" Type="http://schemas.openxmlformats.org/officeDocument/2006/relationships/image" Target="../media/image26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3.png"/><Relationship Id="rId15" Type="http://schemas.openxmlformats.org/officeDocument/2006/relationships/image" Target="../media/image16.png"/><Relationship Id="rId14" Type="http://schemas.openxmlformats.org/officeDocument/2006/relationships/image" Target="../media/image18.png"/><Relationship Id="rId1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3.png"/><Relationship Id="rId15" Type="http://schemas.openxmlformats.org/officeDocument/2006/relationships/image" Target="../media/image16.png"/><Relationship Id="rId14" Type="http://schemas.openxmlformats.org/officeDocument/2006/relationships/image" Target="../media/image18.png"/><Relationship Id="rId17" Type="http://schemas.openxmlformats.org/officeDocument/2006/relationships/image" Target="../media/image31.png"/><Relationship Id="rId1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3.png"/><Relationship Id="rId15" Type="http://schemas.openxmlformats.org/officeDocument/2006/relationships/image" Target="../media/image16.png"/><Relationship Id="rId14" Type="http://schemas.openxmlformats.org/officeDocument/2006/relationships/image" Target="../media/image18.png"/><Relationship Id="rId17" Type="http://schemas.openxmlformats.org/officeDocument/2006/relationships/image" Target="../media/image28.png"/><Relationship Id="rId16" Type="http://schemas.openxmlformats.org/officeDocument/2006/relationships/image" Target="../media/image19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4.gif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3.png"/><Relationship Id="rId15" Type="http://schemas.openxmlformats.org/officeDocument/2006/relationships/image" Target="../media/image16.png"/><Relationship Id="rId14" Type="http://schemas.openxmlformats.org/officeDocument/2006/relationships/image" Target="../media/image18.png"/><Relationship Id="rId17" Type="http://schemas.openxmlformats.org/officeDocument/2006/relationships/image" Target="../media/image28.png"/><Relationship Id="rId16" Type="http://schemas.openxmlformats.org/officeDocument/2006/relationships/image" Target="../media/image19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4.gif"/><Relationship Id="rId22" Type="http://schemas.openxmlformats.org/officeDocument/2006/relationships/image" Target="../media/image35.png"/><Relationship Id="rId21" Type="http://schemas.openxmlformats.org/officeDocument/2006/relationships/image" Target="../media/image32.png"/><Relationship Id="rId24" Type="http://schemas.openxmlformats.org/officeDocument/2006/relationships/image" Target="../media/image36.png"/><Relationship Id="rId23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3.png"/><Relationship Id="rId15" Type="http://schemas.openxmlformats.org/officeDocument/2006/relationships/image" Target="../media/image16.png"/><Relationship Id="rId14" Type="http://schemas.openxmlformats.org/officeDocument/2006/relationships/image" Target="../media/image18.png"/><Relationship Id="rId17" Type="http://schemas.openxmlformats.org/officeDocument/2006/relationships/image" Target="../media/image28.png"/><Relationship Id="rId16" Type="http://schemas.openxmlformats.org/officeDocument/2006/relationships/image" Target="../media/image19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4.gif"/><Relationship Id="rId22" Type="http://schemas.openxmlformats.org/officeDocument/2006/relationships/image" Target="../media/image35.png"/><Relationship Id="rId21" Type="http://schemas.openxmlformats.org/officeDocument/2006/relationships/image" Target="../media/image32.png"/><Relationship Id="rId24" Type="http://schemas.openxmlformats.org/officeDocument/2006/relationships/image" Target="../media/image36.png"/><Relationship Id="rId23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9.jpg"/><Relationship Id="rId26" Type="http://schemas.openxmlformats.org/officeDocument/2006/relationships/image" Target="../media/image42.png"/><Relationship Id="rId25" Type="http://schemas.openxmlformats.org/officeDocument/2006/relationships/image" Target="../media/image40.png"/><Relationship Id="rId28" Type="http://schemas.openxmlformats.org/officeDocument/2006/relationships/image" Target="../media/image37.gif"/><Relationship Id="rId27" Type="http://schemas.openxmlformats.org/officeDocument/2006/relationships/image" Target="../media/image3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20.png"/><Relationship Id="rId12" Type="http://schemas.openxmlformats.org/officeDocument/2006/relationships/image" Target="../media/image3.png"/><Relationship Id="rId15" Type="http://schemas.openxmlformats.org/officeDocument/2006/relationships/image" Target="../media/image16.png"/><Relationship Id="rId14" Type="http://schemas.openxmlformats.org/officeDocument/2006/relationships/image" Target="../media/image18.png"/><Relationship Id="rId17" Type="http://schemas.openxmlformats.org/officeDocument/2006/relationships/image" Target="../media/image28.png"/><Relationship Id="rId16" Type="http://schemas.openxmlformats.org/officeDocument/2006/relationships/image" Target="../media/image19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0">
                <a:srgbClr val="E48776"/>
              </a:gs>
              <a:gs pos="100000">
                <a:srgbClr val="AC3F2B"/>
              </a:gs>
            </a:gsLst>
            <a:lin ang="5400012" scaled="0"/>
          </a:gra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271574" cy="6857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pic>
      <p:sp>
        <p:nvSpPr>
          <p:cNvPr id="56" name="Google Shape;56;p1"/>
          <p:cNvSpPr/>
          <p:nvPr/>
        </p:nvSpPr>
        <p:spPr>
          <a:xfrm>
            <a:off x="5569050" y="2644200"/>
            <a:ext cx="63621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</a:rPr>
              <a:t>A Survey on Predicting Player’s Performance and Team Recommendation in Game of Cricket Using Machine Learning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FFFFFF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FFFF"/>
              </a:solidFill>
              <a:latin typeface="Rosarivo"/>
              <a:ea typeface="Rosarivo"/>
              <a:cs typeface="Rosarivo"/>
              <a:sym typeface="Rosariv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0">
                <a:srgbClr val="E48776"/>
              </a:gs>
              <a:gs pos="100000">
                <a:srgbClr val="AC3F2B"/>
              </a:gs>
            </a:gsLst>
            <a:lin ang="5400012" scaled="0"/>
          </a:gra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474548" y="2967335"/>
            <a:ext cx="524291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Supervised by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0">
                <a:srgbClr val="E48776"/>
              </a:gs>
              <a:gs pos="100000">
                <a:srgbClr val="AC3F2B"/>
              </a:gs>
            </a:gsLst>
            <a:lin ang="5400012" scaled="0"/>
          </a:gra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005894" y="2967335"/>
            <a:ext cx="59954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Milon Biswas</a:t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Assistant  Professor</a:t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CSE</a:t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Bangladesh University of Business and Technology (BUBT)</a:t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0000"/>
            </a:gs>
            <a:gs pos="100000">
              <a:schemeClr val="dk2"/>
            </a:gs>
            <a:gs pos="100000">
              <a:srgbClr val="E8D5F6"/>
            </a:gs>
          </a:gsLst>
          <a:lin ang="16198662" scaled="0"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>
            <a:off x="7634607" y="6001655"/>
            <a:ext cx="4198546" cy="451828"/>
            <a:chOff x="4679586" y="878988"/>
            <a:chExt cx="1745757" cy="190500"/>
          </a:xfrm>
        </p:grpSpPr>
        <p:sp>
          <p:nvSpPr>
            <p:cNvPr id="76" name="Google Shape;76;p4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5647144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4"/>
          <p:cNvGrpSpPr/>
          <p:nvPr/>
        </p:nvGrpSpPr>
        <p:grpSpPr>
          <a:xfrm>
            <a:off x="-8991504" y="0"/>
            <a:ext cx="12526780" cy="6858000"/>
            <a:chOff x="-290920" y="0"/>
            <a:chExt cx="12526780" cy="6858000"/>
          </a:xfrm>
        </p:grpSpPr>
        <p:sp>
          <p:nvSpPr>
            <p:cNvPr id="83" name="Google Shape;83;p4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1102360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4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86" name="Google Shape;8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4"/>
          <p:cNvGrpSpPr/>
          <p:nvPr/>
        </p:nvGrpSpPr>
        <p:grpSpPr>
          <a:xfrm>
            <a:off x="-8312384" y="0"/>
            <a:ext cx="11471907" cy="6858000"/>
            <a:chOff x="213096" y="0"/>
            <a:chExt cx="11471907" cy="6858000"/>
          </a:xfrm>
        </p:grpSpPr>
        <p:sp>
          <p:nvSpPr>
            <p:cNvPr id="88" name="Google Shape;88;p4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 txBox="1"/>
            <p:nvPr/>
          </p:nvSpPr>
          <p:spPr>
            <a:xfrm rot="-5400000">
              <a:off x="10180370" y="3270617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91" name="Google Shape;9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" name="Google Shape;92;p4"/>
          <p:cNvGrpSpPr/>
          <p:nvPr/>
        </p:nvGrpSpPr>
        <p:grpSpPr>
          <a:xfrm>
            <a:off x="-7176407" y="0"/>
            <a:ext cx="9988621" cy="6858000"/>
            <a:chOff x="491575" y="0"/>
            <a:chExt cx="9988621" cy="6858000"/>
          </a:xfrm>
        </p:grpSpPr>
        <p:sp>
          <p:nvSpPr>
            <p:cNvPr id="93" name="Google Shape;93;p4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928426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4"/>
          <p:cNvGrpSpPr/>
          <p:nvPr/>
        </p:nvGrpSpPr>
        <p:grpSpPr>
          <a:xfrm>
            <a:off x="-7129133" y="0"/>
            <a:ext cx="9588762" cy="6858000"/>
            <a:chOff x="491575" y="0"/>
            <a:chExt cx="9588762" cy="6858000"/>
          </a:xfrm>
        </p:grpSpPr>
        <p:sp>
          <p:nvSpPr>
            <p:cNvPr id="98" name="Google Shape;98;p4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4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101" name="Google Shape;10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4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4"/>
          <p:cNvGrpSpPr/>
          <p:nvPr/>
        </p:nvGrpSpPr>
        <p:grpSpPr>
          <a:xfrm>
            <a:off x="-6597647" y="-753"/>
            <a:ext cx="8718431" cy="6858000"/>
            <a:chOff x="883881" y="-753"/>
            <a:chExt cx="8718431" cy="6858000"/>
          </a:xfrm>
        </p:grpSpPr>
        <p:sp>
          <p:nvSpPr>
            <p:cNvPr id="104" name="Google Shape;104;p4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"/>
            <p:cNvSpPr txBox="1"/>
            <p:nvPr/>
          </p:nvSpPr>
          <p:spPr>
            <a:xfrm rot="-5400000">
              <a:off x="8111423" y="3256977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107" name="Google Shape;10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34047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4"/>
          <p:cNvGrpSpPr/>
          <p:nvPr/>
        </p:nvGrpSpPr>
        <p:grpSpPr>
          <a:xfrm>
            <a:off x="-8188810" y="-2342"/>
            <a:ext cx="9950902" cy="6858000"/>
            <a:chOff x="-9337032" y="-1"/>
            <a:chExt cx="9950902" cy="6858000"/>
          </a:xfrm>
        </p:grpSpPr>
        <p:sp>
          <p:nvSpPr>
            <p:cNvPr id="109" name="Google Shape;109;p4"/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4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112" name="Google Shape;112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4"/>
          <p:cNvSpPr/>
          <p:nvPr/>
        </p:nvSpPr>
        <p:spPr>
          <a:xfrm>
            <a:off x="5649722" y="2691563"/>
            <a:ext cx="39621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Md. Kawsher Mahbub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Sikder Md. Saiful Islam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2400">
                <a:solidFill>
                  <a:schemeClr val="dk1"/>
                </a:solidFill>
              </a:rPr>
              <a:t>adia Sorna</a:t>
            </a:r>
            <a:endParaRPr/>
          </a:p>
        </p:txBody>
      </p:sp>
      <p:grpSp>
        <p:nvGrpSpPr>
          <p:cNvPr id="114" name="Google Shape;114;p4"/>
          <p:cNvGrpSpPr/>
          <p:nvPr/>
        </p:nvGrpSpPr>
        <p:grpSpPr>
          <a:xfrm>
            <a:off x="-11101631" y="3537"/>
            <a:ext cx="12482921" cy="6858000"/>
            <a:chOff x="-290920" y="-38912"/>
            <a:chExt cx="12482921" cy="6858000"/>
          </a:xfrm>
        </p:grpSpPr>
        <p:sp>
          <p:nvSpPr>
            <p:cNvPr id="115" name="Google Shape;115;p4"/>
            <p:cNvSpPr/>
            <p:nvPr/>
          </p:nvSpPr>
          <p:spPr>
            <a:xfrm>
              <a:off x="-290920" y="-38912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11023600" y="2224216"/>
              <a:ext cx="1168400" cy="249006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4"/>
            <p:cNvSpPr txBox="1"/>
            <p:nvPr/>
          </p:nvSpPr>
          <p:spPr>
            <a:xfrm rot="-5400000">
              <a:off x="10921432" y="3256289"/>
              <a:ext cx="19920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800" u="none" cap="none" strike="noStrike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18" name="Google Shape;118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4"/>
          <p:cNvSpPr txBox="1"/>
          <p:nvPr/>
        </p:nvSpPr>
        <p:spPr>
          <a:xfrm rot="-5400000">
            <a:off x="51574" y="3276280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grpSp>
        <p:nvGrpSpPr>
          <p:cNvPr id="120" name="Google Shape;120;p4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121" name="Google Shape;121;p4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4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124" name="Google Shape;12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4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126" name="Google Shape;126;p4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129" name="Google Shape;12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4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131" name="Google Shape;131;p4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134" name="Google Shape;13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5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140" name="Google Shape;140;p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5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150" name="Google Shape;150;p5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153" name="Google Shape;15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5"/>
          <p:cNvGrpSpPr/>
          <p:nvPr/>
        </p:nvGrpSpPr>
        <p:grpSpPr>
          <a:xfrm>
            <a:off x="-8312384" y="0"/>
            <a:ext cx="11471907" cy="6858000"/>
            <a:chOff x="213096" y="0"/>
            <a:chExt cx="11471907" cy="6858000"/>
          </a:xfrm>
        </p:grpSpPr>
        <p:sp>
          <p:nvSpPr>
            <p:cNvPr id="155" name="Google Shape;155;p5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5"/>
            <p:cNvSpPr txBox="1"/>
            <p:nvPr/>
          </p:nvSpPr>
          <p:spPr>
            <a:xfrm rot="-5400000">
              <a:off x="10180370" y="3270617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158" name="Google Shape;15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5"/>
          <p:cNvGrpSpPr/>
          <p:nvPr/>
        </p:nvGrpSpPr>
        <p:grpSpPr>
          <a:xfrm>
            <a:off x="-7176407" y="0"/>
            <a:ext cx="9988621" cy="6858000"/>
            <a:chOff x="491575" y="0"/>
            <a:chExt cx="9988621" cy="6858000"/>
          </a:xfrm>
        </p:grpSpPr>
        <p:sp>
          <p:nvSpPr>
            <p:cNvPr id="160" name="Google Shape;160;p5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928426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5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163" name="Google Shape;16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5"/>
          <p:cNvGrpSpPr/>
          <p:nvPr/>
        </p:nvGrpSpPr>
        <p:grpSpPr>
          <a:xfrm>
            <a:off x="-7129133" y="0"/>
            <a:ext cx="9588762" cy="6858000"/>
            <a:chOff x="491575" y="0"/>
            <a:chExt cx="9588762" cy="6858000"/>
          </a:xfrm>
        </p:grpSpPr>
        <p:sp>
          <p:nvSpPr>
            <p:cNvPr id="165" name="Google Shape;165;p5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168" name="Google Shape;16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5"/>
          <p:cNvGrpSpPr/>
          <p:nvPr/>
        </p:nvGrpSpPr>
        <p:grpSpPr>
          <a:xfrm>
            <a:off x="-6597647" y="-753"/>
            <a:ext cx="8718431" cy="6858000"/>
            <a:chOff x="883881" y="-753"/>
            <a:chExt cx="8718431" cy="6858000"/>
          </a:xfrm>
        </p:grpSpPr>
        <p:sp>
          <p:nvSpPr>
            <p:cNvPr id="170" name="Google Shape;170;p5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5"/>
            <p:cNvSpPr txBox="1"/>
            <p:nvPr/>
          </p:nvSpPr>
          <p:spPr>
            <a:xfrm rot="-5400000">
              <a:off x="8111423" y="3256977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173" name="Google Shape;17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34047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p5"/>
          <p:cNvGrpSpPr/>
          <p:nvPr/>
        </p:nvGrpSpPr>
        <p:grpSpPr>
          <a:xfrm>
            <a:off x="-8188810" y="-2342"/>
            <a:ext cx="9950902" cy="6858000"/>
            <a:chOff x="-9337032" y="-1"/>
            <a:chExt cx="9950902" cy="6858000"/>
          </a:xfrm>
        </p:grpSpPr>
        <p:sp>
          <p:nvSpPr>
            <p:cNvPr id="175" name="Google Shape;175;p5"/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5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178" name="Google Shape;17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" name="Google Shape;179;p5"/>
          <p:cNvGrpSpPr/>
          <p:nvPr/>
        </p:nvGrpSpPr>
        <p:grpSpPr>
          <a:xfrm>
            <a:off x="-11101631" y="3537"/>
            <a:ext cx="12482921" cy="6858000"/>
            <a:chOff x="-290920" y="-38912"/>
            <a:chExt cx="12482921" cy="6858000"/>
          </a:xfrm>
        </p:grpSpPr>
        <p:sp>
          <p:nvSpPr>
            <p:cNvPr id="180" name="Google Shape;180;p5"/>
            <p:cNvSpPr/>
            <p:nvPr/>
          </p:nvSpPr>
          <p:spPr>
            <a:xfrm>
              <a:off x="-290920" y="-38912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11023600" y="2224216"/>
              <a:ext cx="1168400" cy="249006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 rot="-5400000">
              <a:off x="10921432" y="3256289"/>
              <a:ext cx="19920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800" u="none" cap="none" strike="noStrike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83" name="Google Shape;18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5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185" name="Google Shape;185;p5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5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188" name="Google Shape;18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9" name="Google Shape;189;p5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190" name="Google Shape;190;p5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5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193" name="Google Shape;19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5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195" name="Google Shape;195;p5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5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198" name="Google Shape;19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5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pic>
        <p:nvPicPr>
          <p:cNvPr id="201" name="Google Shape;2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75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6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208" name="Google Shape;208;p6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6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217" name="Google Shape;217;p6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218" name="Google Shape;218;p6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221" name="Google Shape;221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6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224" name="Google Shape;2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6"/>
          <p:cNvGrpSpPr/>
          <p:nvPr/>
        </p:nvGrpSpPr>
        <p:grpSpPr>
          <a:xfrm>
            <a:off x="464415" y="8192"/>
            <a:ext cx="11471907" cy="6858000"/>
            <a:chOff x="213096" y="0"/>
            <a:chExt cx="11471907" cy="6858000"/>
          </a:xfrm>
        </p:grpSpPr>
        <p:sp>
          <p:nvSpPr>
            <p:cNvPr id="227" name="Google Shape;227;p6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10492197" y="2327167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6"/>
            <p:cNvSpPr txBox="1"/>
            <p:nvPr/>
          </p:nvSpPr>
          <p:spPr>
            <a:xfrm rot="-5400000">
              <a:off x="10180370" y="3270617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230" name="Google Shape;23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6"/>
          <p:cNvGrpSpPr/>
          <p:nvPr/>
        </p:nvGrpSpPr>
        <p:grpSpPr>
          <a:xfrm>
            <a:off x="-7176407" y="0"/>
            <a:ext cx="9988621" cy="6858000"/>
            <a:chOff x="491575" y="0"/>
            <a:chExt cx="9988621" cy="6858000"/>
          </a:xfrm>
        </p:grpSpPr>
        <p:sp>
          <p:nvSpPr>
            <p:cNvPr id="232" name="Google Shape;232;p6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928426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6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235" name="Google Shape;23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" name="Google Shape;236;p6"/>
          <p:cNvGrpSpPr/>
          <p:nvPr/>
        </p:nvGrpSpPr>
        <p:grpSpPr>
          <a:xfrm>
            <a:off x="-7129133" y="0"/>
            <a:ext cx="9588762" cy="6858000"/>
            <a:chOff x="491575" y="0"/>
            <a:chExt cx="9588762" cy="6858000"/>
          </a:xfrm>
        </p:grpSpPr>
        <p:sp>
          <p:nvSpPr>
            <p:cNvPr id="237" name="Google Shape;237;p6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6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240" name="Google Shape;24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6"/>
          <p:cNvGrpSpPr/>
          <p:nvPr/>
        </p:nvGrpSpPr>
        <p:grpSpPr>
          <a:xfrm>
            <a:off x="-6597647" y="-753"/>
            <a:ext cx="8718431" cy="6858000"/>
            <a:chOff x="883881" y="-753"/>
            <a:chExt cx="8718431" cy="6858000"/>
          </a:xfrm>
        </p:grpSpPr>
        <p:sp>
          <p:nvSpPr>
            <p:cNvPr id="242" name="Google Shape;242;p6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6"/>
            <p:cNvSpPr txBox="1"/>
            <p:nvPr/>
          </p:nvSpPr>
          <p:spPr>
            <a:xfrm rot="-5400000">
              <a:off x="8111423" y="3256977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245" name="Google Shape;24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34047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6"/>
          <p:cNvGrpSpPr/>
          <p:nvPr/>
        </p:nvGrpSpPr>
        <p:grpSpPr>
          <a:xfrm>
            <a:off x="-8188810" y="-2342"/>
            <a:ext cx="9950902" cy="6858000"/>
            <a:chOff x="-9337032" y="-1"/>
            <a:chExt cx="9950902" cy="6858000"/>
          </a:xfrm>
        </p:grpSpPr>
        <p:sp>
          <p:nvSpPr>
            <p:cNvPr id="247" name="Google Shape;247;p6"/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6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250" name="Google Shape;25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" name="Google Shape;251;p6"/>
          <p:cNvGrpSpPr/>
          <p:nvPr/>
        </p:nvGrpSpPr>
        <p:grpSpPr>
          <a:xfrm>
            <a:off x="-11101631" y="3537"/>
            <a:ext cx="12482921" cy="6858000"/>
            <a:chOff x="-290920" y="-38912"/>
            <a:chExt cx="12482921" cy="6858000"/>
          </a:xfrm>
        </p:grpSpPr>
        <p:sp>
          <p:nvSpPr>
            <p:cNvPr id="252" name="Google Shape;252;p6"/>
            <p:cNvSpPr/>
            <p:nvPr/>
          </p:nvSpPr>
          <p:spPr>
            <a:xfrm>
              <a:off x="-290920" y="-38912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11023600" y="2224216"/>
              <a:ext cx="1168400" cy="249006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6"/>
            <p:cNvSpPr txBox="1"/>
            <p:nvPr/>
          </p:nvSpPr>
          <p:spPr>
            <a:xfrm rot="-5400000">
              <a:off x="10921432" y="3256289"/>
              <a:ext cx="19920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800" u="none" cap="none" strike="noStrike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55" name="Google Shape;25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6" name="Google Shape;256;p6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257" name="Google Shape;257;p6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6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260" name="Google Shape;26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1" name="Google Shape;261;p6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262" name="Google Shape;262;p6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6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265" name="Google Shape;2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" name="Google Shape;266;p6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267" name="Google Shape;267;p6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6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270" name="Google Shape;27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6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6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277" name="Google Shape;277;p6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6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279" name="Google Shape;279;p6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6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283" name="Google Shape;283;p6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6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285" name="Google Shape;285;p6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86" name="Google Shape;286;p6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287" name="Google Shape;287;p6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6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289" name="Google Shape;28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90" name="Google Shape;290;p6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291" name="Google Shape;291;p6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6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293" name="Google Shape;293;p6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295" name="Google Shape;295;p6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99" name="Google Shape;299;p6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300" name="Google Shape;300;p6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6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302" name="Google Shape;302;p6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05" name="Google Shape;305;p6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306" name="Google Shape;306;p6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6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308" name="Google Shape;308;p6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11" name="Google Shape;311;p6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312" name="Google Shape;312;p6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314" name="Google Shape;314;p6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7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320" name="Google Shape;320;p7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p7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328" name="Google Shape;328;p7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329" name="Google Shape;329;p7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330" name="Google Shape;330;p7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7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333" name="Google Shape;33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" name="Google Shape;334;p7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336" name="Google Shape;3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7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339" name="Google Shape;339;p7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7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342" name="Google Shape;342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7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7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348" name="Google Shape;348;p7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7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350" name="Google Shape;350;p7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7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354" name="Google Shape;354;p7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7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356" name="Google Shape;356;p7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57" name="Google Shape;357;p7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358" name="Google Shape;358;p7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360" name="Google Shape;36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61" name="Google Shape;361;p7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362" name="Google Shape;362;p7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7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364" name="Google Shape;364;p7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365" name="Google Shape;365;p7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366" name="Google Shape;366;p7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367" name="Google Shape;367;p7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70" name="Google Shape;370;p7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371" name="Google Shape;371;p7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7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373" name="Google Shape;373;p7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76" name="Google Shape;376;p7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377" name="Google Shape;377;p7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7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379" name="Google Shape;379;p7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82" name="Google Shape;382;p7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383" name="Google Shape;383;p7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7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385" name="Google Shape;385;p7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386" name="Google Shape;386;p7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387" name="Google Shape;387;p7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388" name="Google Shape;388;p7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7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391" name="Google Shape;39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p7"/>
          <p:cNvGrpSpPr/>
          <p:nvPr/>
        </p:nvGrpSpPr>
        <p:grpSpPr>
          <a:xfrm>
            <a:off x="-7129133" y="0"/>
            <a:ext cx="9588762" cy="6858000"/>
            <a:chOff x="491575" y="0"/>
            <a:chExt cx="9588762" cy="6858000"/>
          </a:xfrm>
        </p:grpSpPr>
        <p:sp>
          <p:nvSpPr>
            <p:cNvPr id="393" name="Google Shape;393;p7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7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396" name="Google Shape;39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7" name="Google Shape;397;p7"/>
          <p:cNvGrpSpPr/>
          <p:nvPr/>
        </p:nvGrpSpPr>
        <p:grpSpPr>
          <a:xfrm>
            <a:off x="-6597647" y="-753"/>
            <a:ext cx="8718431" cy="6858000"/>
            <a:chOff x="883881" y="-753"/>
            <a:chExt cx="8718431" cy="6858000"/>
          </a:xfrm>
        </p:grpSpPr>
        <p:sp>
          <p:nvSpPr>
            <p:cNvPr id="398" name="Google Shape;398;p7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7"/>
            <p:cNvSpPr txBox="1"/>
            <p:nvPr/>
          </p:nvSpPr>
          <p:spPr>
            <a:xfrm rot="-5400000">
              <a:off x="8111423" y="3256977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401" name="Google Shape;40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34047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2" name="Google Shape;402;p7"/>
          <p:cNvGrpSpPr/>
          <p:nvPr/>
        </p:nvGrpSpPr>
        <p:grpSpPr>
          <a:xfrm>
            <a:off x="-8188810" y="-2342"/>
            <a:ext cx="9950902" cy="6858000"/>
            <a:chOff x="-9337032" y="-1"/>
            <a:chExt cx="9950902" cy="6858000"/>
          </a:xfrm>
        </p:grpSpPr>
        <p:sp>
          <p:nvSpPr>
            <p:cNvPr id="403" name="Google Shape;403;p7"/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7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406" name="Google Shape;40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7" name="Google Shape;407;p7"/>
          <p:cNvGrpSpPr/>
          <p:nvPr/>
        </p:nvGrpSpPr>
        <p:grpSpPr>
          <a:xfrm>
            <a:off x="-11101631" y="3537"/>
            <a:ext cx="12482921" cy="6858000"/>
            <a:chOff x="-290920" y="-38912"/>
            <a:chExt cx="12482921" cy="6858000"/>
          </a:xfrm>
        </p:grpSpPr>
        <p:sp>
          <p:nvSpPr>
            <p:cNvPr id="408" name="Google Shape;408;p7"/>
            <p:cNvSpPr/>
            <p:nvPr/>
          </p:nvSpPr>
          <p:spPr>
            <a:xfrm>
              <a:off x="-290920" y="-38912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11023600" y="2224216"/>
              <a:ext cx="1168400" cy="249006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7"/>
            <p:cNvSpPr txBox="1"/>
            <p:nvPr/>
          </p:nvSpPr>
          <p:spPr>
            <a:xfrm rot="-5400000">
              <a:off x="10921432" y="3256289"/>
              <a:ext cx="19920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411" name="Google Shape;41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7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413" name="Google Shape;413;p7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7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416" name="Google Shape;41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7" name="Google Shape;417;p7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418" name="Google Shape;418;p7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7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421" name="Google Shape;42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" name="Google Shape;422;p7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423" name="Google Shape;423;p7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7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426" name="Google Shape;42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7" name="Google Shape;427;p7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grpSp>
        <p:nvGrpSpPr>
          <p:cNvPr id="428" name="Google Shape;428;p7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429" name="Google Shape;429;p7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7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431" name="Google Shape;431;p7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432" name="Google Shape;432;p7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7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434" name="Google Shape;434;p7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435" name="Google Shape;435;p7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7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437" name="Google Shape;437;p7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7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7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441" name="Google Shape;441;p7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442" name="Google Shape;442;p7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8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448" name="Google Shape;448;p8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p8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456" name="Google Shape;456;p8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457" name="Google Shape;457;p8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458" name="Google Shape;458;p8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8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461" name="Google Shape;46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2" name="Google Shape;462;p8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464" name="Google Shape;4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p8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467" name="Google Shape;467;p8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8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470" name="Google Shape;47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8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5" name="Google Shape;475;p8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476" name="Google Shape;476;p8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8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478" name="Google Shape;478;p8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0" name="Google Shape;48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p8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482" name="Google Shape;482;p8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8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484" name="Google Shape;484;p8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485" name="Google Shape;485;p8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486" name="Google Shape;486;p8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8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488" name="Google Shape;48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489" name="Google Shape;489;p8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490" name="Google Shape;490;p8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8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492" name="Google Shape;492;p8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493" name="Google Shape;493;p8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494" name="Google Shape;494;p8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495" name="Google Shape;495;p8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496" name="Google Shape;496;p8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498" name="Google Shape;498;p8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499" name="Google Shape;499;p8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8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501" name="Google Shape;501;p8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502" name="Google Shape;502;p8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504" name="Google Shape;504;p8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505" name="Google Shape;505;p8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8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507" name="Google Shape;507;p8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508" name="Google Shape;508;p8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510" name="Google Shape;510;p8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511" name="Google Shape;511;p8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8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513" name="Google Shape;513;p8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514" name="Google Shape;514;p8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515" name="Google Shape;515;p8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516" name="Google Shape;516;p8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8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519" name="Google Shape;51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0" name="Google Shape;520;p8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521" name="Google Shape;521;p8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8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523" name="Google Shape;523;p8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524" name="Google Shape;524;p8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8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526" name="Google Shape;526;p8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527" name="Google Shape;527;p8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8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529" name="Google Shape;529;p8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8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533" name="Google Shape;533;p8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534" name="Google Shape;534;p8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  <p:grpSp>
        <p:nvGrpSpPr>
          <p:cNvPr id="535" name="Google Shape;535;p8"/>
          <p:cNvGrpSpPr/>
          <p:nvPr/>
        </p:nvGrpSpPr>
        <p:grpSpPr>
          <a:xfrm>
            <a:off x="1705897" y="8897"/>
            <a:ext cx="9588762" cy="6858000"/>
            <a:chOff x="491575" y="0"/>
            <a:chExt cx="9588762" cy="6858000"/>
          </a:xfrm>
        </p:grpSpPr>
        <p:sp>
          <p:nvSpPr>
            <p:cNvPr id="536" name="Google Shape;536;p8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8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8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539" name="Google Shape;53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0" name="Google Shape;540;p8"/>
          <p:cNvGrpSpPr/>
          <p:nvPr/>
        </p:nvGrpSpPr>
        <p:grpSpPr>
          <a:xfrm>
            <a:off x="-6597647" y="-753"/>
            <a:ext cx="8718431" cy="6858000"/>
            <a:chOff x="883881" y="-753"/>
            <a:chExt cx="8718431" cy="6858000"/>
          </a:xfrm>
        </p:grpSpPr>
        <p:sp>
          <p:nvSpPr>
            <p:cNvPr id="541" name="Google Shape;541;p8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8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8"/>
            <p:cNvSpPr txBox="1"/>
            <p:nvPr/>
          </p:nvSpPr>
          <p:spPr>
            <a:xfrm rot="-5400000">
              <a:off x="8111423" y="3256977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544" name="Google Shape;54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34047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5" name="Google Shape;545;p8"/>
          <p:cNvGrpSpPr/>
          <p:nvPr/>
        </p:nvGrpSpPr>
        <p:grpSpPr>
          <a:xfrm>
            <a:off x="-8188810" y="-2342"/>
            <a:ext cx="9950902" cy="6858000"/>
            <a:chOff x="-9337032" y="-1"/>
            <a:chExt cx="9950902" cy="6858000"/>
          </a:xfrm>
        </p:grpSpPr>
        <p:sp>
          <p:nvSpPr>
            <p:cNvPr id="546" name="Google Shape;546;p8"/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8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8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549" name="Google Shape;54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0" name="Google Shape;550;p8"/>
          <p:cNvGrpSpPr/>
          <p:nvPr/>
        </p:nvGrpSpPr>
        <p:grpSpPr>
          <a:xfrm>
            <a:off x="-11101631" y="3537"/>
            <a:ext cx="12482921" cy="6858000"/>
            <a:chOff x="-290920" y="-38912"/>
            <a:chExt cx="12482921" cy="6858000"/>
          </a:xfrm>
        </p:grpSpPr>
        <p:sp>
          <p:nvSpPr>
            <p:cNvPr id="551" name="Google Shape;551;p8"/>
            <p:cNvSpPr/>
            <p:nvPr/>
          </p:nvSpPr>
          <p:spPr>
            <a:xfrm>
              <a:off x="-290920" y="-38912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8"/>
            <p:cNvSpPr/>
            <p:nvPr/>
          </p:nvSpPr>
          <p:spPr>
            <a:xfrm>
              <a:off x="11023600" y="2224216"/>
              <a:ext cx="1168400" cy="249006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8"/>
            <p:cNvSpPr txBox="1"/>
            <p:nvPr/>
          </p:nvSpPr>
          <p:spPr>
            <a:xfrm rot="-5400000">
              <a:off x="10921432" y="3256289"/>
              <a:ext cx="19920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554" name="Google Shape;55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5" name="Google Shape;555;p8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556" name="Google Shape;556;p8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8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8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559" name="Google Shape;55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0" name="Google Shape;560;p8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561" name="Google Shape;561;p8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8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8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564" name="Google Shape;56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5" name="Google Shape;565;p8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566" name="Google Shape;566;p8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8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8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569" name="Google Shape;56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0" name="Google Shape;570;p8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grpSp>
        <p:nvGrpSpPr>
          <p:cNvPr id="571" name="Google Shape;571;p8"/>
          <p:cNvGrpSpPr/>
          <p:nvPr/>
        </p:nvGrpSpPr>
        <p:grpSpPr>
          <a:xfrm>
            <a:off x="4354057" y="1382131"/>
            <a:ext cx="3197225" cy="668162"/>
            <a:chOff x="764723" y="2271038"/>
            <a:chExt cx="3197225" cy="668162"/>
          </a:xfrm>
        </p:grpSpPr>
        <p:sp>
          <p:nvSpPr>
            <p:cNvPr id="572" name="Google Shape;572;p8"/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8"/>
            <p:cNvSpPr txBox="1"/>
            <p:nvPr/>
          </p:nvSpPr>
          <p:spPr>
            <a:xfrm>
              <a:off x="1435200" y="227103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Spammer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will be caught in the first place</a:t>
              </a:r>
              <a:endParaRPr/>
            </a:p>
          </p:txBody>
        </p:sp>
      </p:grpSp>
      <p:pic>
        <p:nvPicPr>
          <p:cNvPr id="574" name="Google Shape;574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5682" y="1529362"/>
            <a:ext cx="408597" cy="41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5" name="Google Shape;575;p8"/>
          <p:cNvGrpSpPr/>
          <p:nvPr/>
        </p:nvGrpSpPr>
        <p:grpSpPr>
          <a:xfrm>
            <a:off x="4354057" y="2365264"/>
            <a:ext cx="3437784" cy="662056"/>
            <a:chOff x="807320" y="3555165"/>
            <a:chExt cx="3145818" cy="662056"/>
          </a:xfrm>
        </p:grpSpPr>
        <p:sp>
          <p:nvSpPr>
            <p:cNvPr id="576" name="Google Shape;576;p8"/>
            <p:cNvSpPr/>
            <p:nvPr/>
          </p:nvSpPr>
          <p:spPr>
            <a:xfrm>
              <a:off x="807320" y="3555165"/>
              <a:ext cx="619459" cy="662056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8"/>
            <p:cNvSpPr txBox="1"/>
            <p:nvPr/>
          </p:nvSpPr>
          <p:spPr>
            <a:xfrm>
              <a:off x="1426390" y="3569317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 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 be recognized even after changing the SIM card’s number</a:t>
              </a:r>
              <a:endParaRPr/>
            </a:p>
          </p:txBody>
        </p:sp>
      </p:grpSp>
      <p:pic>
        <p:nvPicPr>
          <p:cNvPr id="578" name="Google Shape;578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4396835" y="2379416"/>
            <a:ext cx="601894" cy="601894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8"/>
          <p:cNvSpPr txBox="1"/>
          <p:nvPr/>
        </p:nvSpPr>
        <p:spPr>
          <a:xfrm>
            <a:off x="5035443" y="4401300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Recognizing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suspect’s vocal even in a noisy environment</a:t>
            </a:r>
            <a:endParaRPr/>
          </a:p>
        </p:txBody>
      </p:sp>
      <p:sp>
        <p:nvSpPr>
          <p:cNvPr id="580" name="Google Shape;580;p8"/>
          <p:cNvSpPr/>
          <p:nvPr/>
        </p:nvSpPr>
        <p:spPr>
          <a:xfrm>
            <a:off x="4354057" y="4365090"/>
            <a:ext cx="676952" cy="662056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1" name="Google Shape;581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320401" y="4362695"/>
            <a:ext cx="689323" cy="6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8"/>
          <p:cNvSpPr txBox="1"/>
          <p:nvPr/>
        </p:nvSpPr>
        <p:spPr>
          <a:xfrm>
            <a:off x="5052322" y="3413812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speaker with a few seconds of speech</a:t>
            </a:r>
            <a:endParaRPr/>
          </a:p>
        </p:txBody>
      </p:sp>
      <p:sp>
        <p:nvSpPr>
          <p:cNvPr id="583" name="Google Shape;583;p8"/>
          <p:cNvSpPr/>
          <p:nvPr/>
        </p:nvSpPr>
        <p:spPr>
          <a:xfrm>
            <a:off x="4353593" y="3363366"/>
            <a:ext cx="662056" cy="662056"/>
          </a:xfrm>
          <a:prstGeom prst="ellipse">
            <a:avLst/>
          </a:prstGeom>
          <a:solidFill>
            <a:srgbClr val="7395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4" name="Google Shape;584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flipH="1">
            <a:off x="4495682" y="3428707"/>
            <a:ext cx="493160" cy="49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9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590" name="Google Shape;590;p9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9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9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" name="Google Shape;596;p9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9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598" name="Google Shape;598;p9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599" name="Google Shape;599;p9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600" name="Google Shape;600;p9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9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9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603" name="Google Shape;60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4" name="Google Shape;604;p9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9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606" name="Google Shape;6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8" name="Google Shape;608;p9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609" name="Google Shape;609;p9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9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9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612" name="Google Shape;61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3" name="Google Shape;613;p9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9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9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6" name="Google Shape;61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7" name="Google Shape;617;p9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618" name="Google Shape;618;p9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9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620" name="Google Shape;620;p9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9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2" name="Google Shape;62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3" name="Google Shape;623;p9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624" name="Google Shape;624;p9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9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626" name="Google Shape;626;p9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627" name="Google Shape;627;p9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628" name="Google Shape;628;p9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9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630" name="Google Shape;630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631" name="Google Shape;631;p9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632" name="Google Shape;632;p9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9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634" name="Google Shape;634;p9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635" name="Google Shape;635;p9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636" name="Google Shape;636;p9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637" name="Google Shape;637;p9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638" name="Google Shape;638;p9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9" name="Google Shape;639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640" name="Google Shape;640;p9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641" name="Google Shape;641;p9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9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643" name="Google Shape;643;p9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644" name="Google Shape;644;p9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5" name="Google Shape;645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646" name="Google Shape;646;p9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647" name="Google Shape;647;p9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9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649" name="Google Shape;649;p9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650" name="Google Shape;650;p9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1" name="Google Shape;651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652" name="Google Shape;652;p9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653" name="Google Shape;653;p9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9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655" name="Google Shape;655;p9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656" name="Google Shape;656;p9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657" name="Google Shape;657;p9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658" name="Google Shape;658;p9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9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661" name="Google Shape;66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2" name="Google Shape;662;p9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663" name="Google Shape;663;p9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9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665" name="Google Shape;665;p9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666" name="Google Shape;666;p9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9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668" name="Google Shape;668;p9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669" name="Google Shape;669;p9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9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671" name="Google Shape;671;p9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9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9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9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675" name="Google Shape;675;p9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676" name="Google Shape;676;p9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  <p:grpSp>
        <p:nvGrpSpPr>
          <p:cNvPr id="677" name="Google Shape;677;p9"/>
          <p:cNvGrpSpPr/>
          <p:nvPr/>
        </p:nvGrpSpPr>
        <p:grpSpPr>
          <a:xfrm>
            <a:off x="1705897" y="8897"/>
            <a:ext cx="9588762" cy="6858000"/>
            <a:chOff x="491575" y="0"/>
            <a:chExt cx="9588762" cy="6858000"/>
          </a:xfrm>
        </p:grpSpPr>
        <p:sp>
          <p:nvSpPr>
            <p:cNvPr id="678" name="Google Shape;678;p9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9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681" name="Google Shape;68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2" name="Google Shape;682;p9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683" name="Google Shape;683;p9"/>
          <p:cNvGrpSpPr/>
          <p:nvPr/>
        </p:nvGrpSpPr>
        <p:grpSpPr>
          <a:xfrm>
            <a:off x="4354057" y="1382131"/>
            <a:ext cx="3197225" cy="668162"/>
            <a:chOff x="764723" y="2271038"/>
            <a:chExt cx="3197225" cy="668162"/>
          </a:xfrm>
        </p:grpSpPr>
        <p:sp>
          <p:nvSpPr>
            <p:cNvPr id="684" name="Google Shape;684;p9"/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9"/>
            <p:cNvSpPr txBox="1"/>
            <p:nvPr/>
          </p:nvSpPr>
          <p:spPr>
            <a:xfrm>
              <a:off x="1435200" y="227103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Spammer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will be caught in the first place</a:t>
              </a:r>
              <a:endParaRPr/>
            </a:p>
          </p:txBody>
        </p:sp>
      </p:grpSp>
      <p:pic>
        <p:nvPicPr>
          <p:cNvPr id="686" name="Google Shape;686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1260" y="1532399"/>
            <a:ext cx="408597" cy="41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7" name="Google Shape;687;p9"/>
          <p:cNvGrpSpPr/>
          <p:nvPr/>
        </p:nvGrpSpPr>
        <p:grpSpPr>
          <a:xfrm>
            <a:off x="4354057" y="2365264"/>
            <a:ext cx="3437784" cy="662056"/>
            <a:chOff x="807320" y="3555165"/>
            <a:chExt cx="3145818" cy="662056"/>
          </a:xfrm>
        </p:grpSpPr>
        <p:sp>
          <p:nvSpPr>
            <p:cNvPr id="688" name="Google Shape;688;p9"/>
            <p:cNvSpPr/>
            <p:nvPr/>
          </p:nvSpPr>
          <p:spPr>
            <a:xfrm>
              <a:off x="807320" y="3555165"/>
              <a:ext cx="619459" cy="662056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9"/>
            <p:cNvSpPr txBox="1"/>
            <p:nvPr/>
          </p:nvSpPr>
          <p:spPr>
            <a:xfrm>
              <a:off x="1426390" y="3569317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 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 be recognized even after changing the SIM card’s number</a:t>
              </a:r>
              <a:endParaRPr/>
            </a:p>
          </p:txBody>
        </p:sp>
      </p:grpSp>
      <p:pic>
        <p:nvPicPr>
          <p:cNvPr id="690" name="Google Shape;690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4414219" y="2374768"/>
            <a:ext cx="601894" cy="601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1" name="Google Shape;691;p9"/>
          <p:cNvGrpSpPr/>
          <p:nvPr/>
        </p:nvGrpSpPr>
        <p:grpSpPr>
          <a:xfrm>
            <a:off x="4368953" y="3377502"/>
            <a:ext cx="3193238" cy="1670129"/>
            <a:chOff x="768710" y="3817250"/>
            <a:chExt cx="3193238" cy="1670129"/>
          </a:xfrm>
        </p:grpSpPr>
        <p:sp>
          <p:nvSpPr>
            <p:cNvPr id="692" name="Google Shape;692;p9"/>
            <p:cNvSpPr/>
            <p:nvPr/>
          </p:nvSpPr>
          <p:spPr>
            <a:xfrm>
              <a:off x="768710" y="3817250"/>
              <a:ext cx="662056" cy="662056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9"/>
            <p:cNvSpPr txBox="1"/>
            <p:nvPr/>
          </p:nvSpPr>
          <p:spPr>
            <a:xfrm>
              <a:off x="1435200" y="484104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Recognizing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suspect’s vocal even in a noisy environment</a:t>
              </a:r>
              <a:endParaRPr/>
            </a:p>
          </p:txBody>
        </p:sp>
      </p:grpSp>
      <p:sp>
        <p:nvSpPr>
          <p:cNvPr id="694" name="Google Shape;694;p9"/>
          <p:cNvSpPr/>
          <p:nvPr/>
        </p:nvSpPr>
        <p:spPr>
          <a:xfrm>
            <a:off x="4354057" y="4365090"/>
            <a:ext cx="676952" cy="662056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02474" y="3463437"/>
            <a:ext cx="493160" cy="49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40896" y="4351456"/>
            <a:ext cx="689323" cy="6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9"/>
          <p:cNvSpPr txBox="1"/>
          <p:nvPr/>
        </p:nvSpPr>
        <p:spPr>
          <a:xfrm>
            <a:off x="5052322" y="3413812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speaker with a few seconds of speech</a:t>
            </a:r>
            <a:endParaRPr/>
          </a:p>
        </p:txBody>
      </p:sp>
      <p:grpSp>
        <p:nvGrpSpPr>
          <p:cNvPr id="698" name="Google Shape;698;p9"/>
          <p:cNvGrpSpPr/>
          <p:nvPr/>
        </p:nvGrpSpPr>
        <p:grpSpPr>
          <a:xfrm>
            <a:off x="1162961" y="4920"/>
            <a:ext cx="9884518" cy="6858000"/>
            <a:chOff x="883881" y="-753"/>
            <a:chExt cx="8760640" cy="6858000"/>
          </a:xfrm>
        </p:grpSpPr>
        <p:sp>
          <p:nvSpPr>
            <p:cNvPr id="699" name="Google Shape;699;p9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9"/>
            <p:cNvSpPr txBox="1"/>
            <p:nvPr/>
          </p:nvSpPr>
          <p:spPr>
            <a:xfrm rot="-5400000">
              <a:off x="8153633" y="3285552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702" name="Google Shape;70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543080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3" name="Google Shape;703;p9"/>
          <p:cNvGrpSpPr/>
          <p:nvPr/>
        </p:nvGrpSpPr>
        <p:grpSpPr>
          <a:xfrm>
            <a:off x="-8188810" y="-2342"/>
            <a:ext cx="9950902" cy="6858000"/>
            <a:chOff x="-9337032" y="-1"/>
            <a:chExt cx="9950902" cy="6858000"/>
          </a:xfrm>
        </p:grpSpPr>
        <p:sp>
          <p:nvSpPr>
            <p:cNvPr id="704" name="Google Shape;704;p9"/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9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707" name="Google Shape;70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8" name="Google Shape;708;p9"/>
          <p:cNvGrpSpPr/>
          <p:nvPr/>
        </p:nvGrpSpPr>
        <p:grpSpPr>
          <a:xfrm>
            <a:off x="-11101631" y="3537"/>
            <a:ext cx="12482921" cy="6858000"/>
            <a:chOff x="-290920" y="-38912"/>
            <a:chExt cx="12482921" cy="6858000"/>
          </a:xfrm>
        </p:grpSpPr>
        <p:sp>
          <p:nvSpPr>
            <p:cNvPr id="709" name="Google Shape;709;p9"/>
            <p:cNvSpPr/>
            <p:nvPr/>
          </p:nvSpPr>
          <p:spPr>
            <a:xfrm>
              <a:off x="-290920" y="-38912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11023600" y="2224216"/>
              <a:ext cx="1168400" cy="249006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9"/>
            <p:cNvSpPr txBox="1"/>
            <p:nvPr/>
          </p:nvSpPr>
          <p:spPr>
            <a:xfrm rot="-5400000">
              <a:off x="10921432" y="3256289"/>
              <a:ext cx="19920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712" name="Google Shape;71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3" name="Google Shape;713;p9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714" name="Google Shape;714;p9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9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717" name="Google Shape;71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8" name="Google Shape;718;p9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719" name="Google Shape;719;p9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9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9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722" name="Google Shape;72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3" name="Google Shape;723;p9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724" name="Google Shape;724;p9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9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727" name="Google Shape;72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8" name="Google Shape;728;p9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pic>
        <p:nvPicPr>
          <p:cNvPr id="729" name="Google Shape;729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04898" y="2095765"/>
            <a:ext cx="1691947" cy="2218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036663" y="2102832"/>
            <a:ext cx="1691661" cy="2174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9"/>
          <p:cNvSpPr txBox="1"/>
          <p:nvPr/>
        </p:nvSpPr>
        <p:spPr>
          <a:xfrm>
            <a:off x="2496010" y="4031984"/>
            <a:ext cx="10518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Spam Caller</a:t>
            </a:r>
            <a:endParaRPr/>
          </a:p>
        </p:txBody>
      </p:sp>
      <p:sp>
        <p:nvSpPr>
          <p:cNvPr id="732" name="Google Shape;732;p9"/>
          <p:cNvSpPr txBox="1"/>
          <p:nvPr/>
        </p:nvSpPr>
        <p:spPr>
          <a:xfrm>
            <a:off x="8481348" y="4079852"/>
            <a:ext cx="514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</p:txBody>
      </p:sp>
      <p:cxnSp>
        <p:nvCxnSpPr>
          <p:cNvPr id="733" name="Google Shape;733;p9"/>
          <p:cNvCxnSpPr>
            <a:endCxn id="734" idx="2"/>
          </p:cNvCxnSpPr>
          <p:nvPr/>
        </p:nvCxnSpPr>
        <p:spPr>
          <a:xfrm flipH="1" rot="10800000">
            <a:off x="3607880" y="3247123"/>
            <a:ext cx="4628100" cy="9000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35" name="Google Shape;735;p9"/>
          <p:cNvSpPr txBox="1"/>
          <p:nvPr/>
        </p:nvSpPr>
        <p:spPr>
          <a:xfrm>
            <a:off x="5228316" y="2957023"/>
            <a:ext cx="13035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Incoming  threat call</a:t>
            </a:r>
            <a:endParaRPr/>
          </a:p>
        </p:txBody>
      </p:sp>
      <p:pic>
        <p:nvPicPr>
          <p:cNvPr id="736" name="Google Shape;736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285446" y="2022044"/>
            <a:ext cx="636426" cy="52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246582" y="1772787"/>
            <a:ext cx="465379" cy="4653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8" name="Google Shape;738;p9"/>
          <p:cNvGrpSpPr/>
          <p:nvPr/>
        </p:nvGrpSpPr>
        <p:grpSpPr>
          <a:xfrm>
            <a:off x="4482268" y="2667445"/>
            <a:ext cx="211094" cy="211094"/>
            <a:chOff x="1677812" y="4248152"/>
            <a:chExt cx="211094" cy="211094"/>
          </a:xfrm>
        </p:grpSpPr>
        <p:sp>
          <p:nvSpPr>
            <p:cNvPr id="739" name="Google Shape;739;p9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41" name="Google Shape;741;p9"/>
          <p:cNvCxnSpPr>
            <a:endCxn id="739" idx="3"/>
          </p:cNvCxnSpPr>
          <p:nvPr/>
        </p:nvCxnSpPr>
        <p:spPr>
          <a:xfrm flipH="1" rot="10800000">
            <a:off x="3593382" y="2847625"/>
            <a:ext cx="919800" cy="333600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42" name="Google Shape;742;p9"/>
          <p:cNvSpPr txBox="1"/>
          <p:nvPr/>
        </p:nvSpPr>
        <p:spPr>
          <a:xfrm>
            <a:off x="3902986" y="2413973"/>
            <a:ext cx="14013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Voice exits in database</a:t>
            </a:r>
            <a:endParaRPr/>
          </a:p>
        </p:txBody>
      </p:sp>
      <p:pic>
        <p:nvPicPr>
          <p:cNvPr id="743" name="Google Shape;743;p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923064" y="2010235"/>
            <a:ext cx="639127" cy="545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9"/>
          <p:cNvSpPr txBox="1"/>
          <p:nvPr/>
        </p:nvSpPr>
        <p:spPr>
          <a:xfrm>
            <a:off x="6531878" y="2387843"/>
            <a:ext cx="13468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spam report</a:t>
            </a:r>
            <a:endParaRPr/>
          </a:p>
        </p:txBody>
      </p:sp>
      <p:pic>
        <p:nvPicPr>
          <p:cNvPr id="745" name="Google Shape;745;p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994815" y="2071305"/>
            <a:ext cx="509850" cy="4065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6" name="Google Shape;746;p9"/>
          <p:cNvCxnSpPr/>
          <p:nvPr/>
        </p:nvCxnSpPr>
        <p:spPr>
          <a:xfrm>
            <a:off x="7259561" y="1213565"/>
            <a:ext cx="1" cy="847472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7" name="Google Shape;747;p9"/>
          <p:cNvCxnSpPr/>
          <p:nvPr/>
        </p:nvCxnSpPr>
        <p:spPr>
          <a:xfrm rot="10800000">
            <a:off x="7251018" y="1205098"/>
            <a:ext cx="1521640" cy="2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8" name="Google Shape;748;p9"/>
          <p:cNvCxnSpPr/>
          <p:nvPr/>
        </p:nvCxnSpPr>
        <p:spPr>
          <a:xfrm>
            <a:off x="8772658" y="1213565"/>
            <a:ext cx="0" cy="1133265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49" name="Google Shape;749;p9"/>
          <p:cNvSpPr txBox="1"/>
          <p:nvPr/>
        </p:nvSpPr>
        <p:spPr>
          <a:xfrm>
            <a:off x="7356746" y="921432"/>
            <a:ext cx="12939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Sending Notification</a:t>
            </a:r>
            <a:endParaRPr/>
          </a:p>
        </p:txBody>
      </p:sp>
      <p:pic>
        <p:nvPicPr>
          <p:cNvPr id="750" name="Google Shape;750;p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 rot="2301163">
            <a:off x="4043727" y="1199836"/>
            <a:ext cx="432010" cy="432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1" name="Google Shape;751;p9"/>
          <p:cNvCxnSpPr/>
          <p:nvPr/>
        </p:nvCxnSpPr>
        <p:spPr>
          <a:xfrm rot="10800000">
            <a:off x="4395006" y="1500487"/>
            <a:ext cx="141286" cy="304450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52" name="Google Shape;752;p9"/>
          <p:cNvSpPr txBox="1"/>
          <p:nvPr/>
        </p:nvSpPr>
        <p:spPr>
          <a:xfrm>
            <a:off x="3836265" y="810913"/>
            <a:ext cx="6367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MFCC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GMM</a:t>
            </a:r>
            <a:endParaRPr/>
          </a:p>
        </p:txBody>
      </p:sp>
      <p:grpSp>
        <p:nvGrpSpPr>
          <p:cNvPr id="753" name="Google Shape;753;p9"/>
          <p:cNvGrpSpPr/>
          <p:nvPr/>
        </p:nvGrpSpPr>
        <p:grpSpPr>
          <a:xfrm>
            <a:off x="8205692" y="3141576"/>
            <a:ext cx="211094" cy="211094"/>
            <a:chOff x="1677812" y="4248152"/>
            <a:chExt cx="211094" cy="211094"/>
          </a:xfrm>
        </p:grpSpPr>
        <p:sp>
          <p:nvSpPr>
            <p:cNvPr id="754" name="Google Shape;754;p9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5" name="Google Shape;755;p9"/>
          <p:cNvGrpSpPr/>
          <p:nvPr/>
        </p:nvGrpSpPr>
        <p:grpSpPr>
          <a:xfrm>
            <a:off x="7128537" y="2669289"/>
            <a:ext cx="211094" cy="211094"/>
            <a:chOff x="1677812" y="4248152"/>
            <a:chExt cx="211094" cy="211094"/>
          </a:xfrm>
        </p:grpSpPr>
        <p:sp>
          <p:nvSpPr>
            <p:cNvPr id="756" name="Google Shape;756;p9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9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8" name="Google Shape;758;p9"/>
          <p:cNvGrpSpPr/>
          <p:nvPr/>
        </p:nvGrpSpPr>
        <p:grpSpPr>
          <a:xfrm>
            <a:off x="3406061" y="3143263"/>
            <a:ext cx="211094" cy="211094"/>
            <a:chOff x="1677812" y="4248152"/>
            <a:chExt cx="211094" cy="211094"/>
          </a:xfrm>
        </p:grpSpPr>
        <p:sp>
          <p:nvSpPr>
            <p:cNvPr id="759" name="Google Shape;759;p9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9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1" name="Google Shape;761;p9"/>
          <p:cNvGrpSpPr/>
          <p:nvPr/>
        </p:nvGrpSpPr>
        <p:grpSpPr>
          <a:xfrm>
            <a:off x="7177066" y="3610262"/>
            <a:ext cx="211094" cy="211094"/>
            <a:chOff x="1677812" y="4248152"/>
            <a:chExt cx="211094" cy="211094"/>
          </a:xfrm>
        </p:grpSpPr>
        <p:sp>
          <p:nvSpPr>
            <p:cNvPr id="762" name="Google Shape;762;p9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9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4" name="Google Shape;764;p9"/>
          <p:cNvSpPr txBox="1"/>
          <p:nvPr/>
        </p:nvSpPr>
        <p:spPr>
          <a:xfrm>
            <a:off x="6793778" y="4363072"/>
            <a:ext cx="9525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recording</a:t>
            </a:r>
            <a:endParaRPr/>
          </a:p>
        </p:txBody>
      </p:sp>
      <p:cxnSp>
        <p:nvCxnSpPr>
          <p:cNvPr id="765" name="Google Shape;765;p9"/>
          <p:cNvCxnSpPr>
            <a:endCxn id="756" idx="2"/>
          </p:cNvCxnSpPr>
          <p:nvPr/>
        </p:nvCxnSpPr>
        <p:spPr>
          <a:xfrm flipH="1" rot="10800000">
            <a:off x="4676637" y="2774836"/>
            <a:ext cx="2451900" cy="4500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66" name="Google Shape;766;p9"/>
          <p:cNvCxnSpPr>
            <a:stCxn id="754" idx="3"/>
          </p:cNvCxnSpPr>
          <p:nvPr/>
        </p:nvCxnSpPr>
        <p:spPr>
          <a:xfrm flipH="1">
            <a:off x="7368706" y="3321756"/>
            <a:ext cx="867900" cy="359100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67" name="Google Shape;767;p9"/>
          <p:cNvCxnSpPr/>
          <p:nvPr/>
        </p:nvCxnSpPr>
        <p:spPr>
          <a:xfrm rot="10800000">
            <a:off x="5439268" y="4006077"/>
            <a:ext cx="1584087" cy="0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68" name="Google Shape;768;p9"/>
          <p:cNvCxnSpPr/>
          <p:nvPr/>
        </p:nvCxnSpPr>
        <p:spPr>
          <a:xfrm flipH="1">
            <a:off x="5869109" y="4268866"/>
            <a:ext cx="1" cy="473229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id="769" name="Google Shape;769;p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998527" y="3856934"/>
            <a:ext cx="540006" cy="540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 flipH="1">
            <a:off x="5043855" y="3790028"/>
            <a:ext cx="326938" cy="28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 flipH="1">
            <a:off x="4941513" y="4031042"/>
            <a:ext cx="326938" cy="28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 flipH="1">
            <a:off x="5183618" y="4028256"/>
            <a:ext cx="326938" cy="2848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3" name="Google Shape;773;p9"/>
          <p:cNvCxnSpPr/>
          <p:nvPr/>
        </p:nvCxnSpPr>
        <p:spPr>
          <a:xfrm>
            <a:off x="5859905" y="4268866"/>
            <a:ext cx="1132130" cy="0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74" name="Google Shape;774;p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80984" y="4646715"/>
            <a:ext cx="526821" cy="5268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5" name="Google Shape;775;p9"/>
          <p:cNvCxnSpPr/>
          <p:nvPr/>
        </p:nvCxnSpPr>
        <p:spPr>
          <a:xfrm flipH="1" rot="10800000">
            <a:off x="4553947" y="4008274"/>
            <a:ext cx="470587" cy="2180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6" name="Google Shape;776;p9"/>
          <p:cNvCxnSpPr/>
          <p:nvPr/>
        </p:nvCxnSpPr>
        <p:spPr>
          <a:xfrm flipH="1">
            <a:off x="4563154" y="3997610"/>
            <a:ext cx="1" cy="473229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id="777" name="Google Shape;777;p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268102" y="5363329"/>
            <a:ext cx="571040" cy="46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469946" y="4486203"/>
            <a:ext cx="267426" cy="2848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9" name="Google Shape;779;p9"/>
          <p:cNvCxnSpPr/>
          <p:nvPr/>
        </p:nvCxnSpPr>
        <p:spPr>
          <a:xfrm flipH="1">
            <a:off x="4553947" y="4919272"/>
            <a:ext cx="1" cy="473229"/>
          </a:xfrm>
          <a:prstGeom prst="straightConnector1">
            <a:avLst/>
          </a:prstGeom>
          <a:noFill/>
          <a:ln cap="flat" cmpd="sng" w="19050">
            <a:solidFill>
              <a:srgbClr val="3A3838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80" name="Google Shape;780;p9"/>
          <p:cNvSpPr txBox="1"/>
          <p:nvPr/>
        </p:nvSpPr>
        <p:spPr>
          <a:xfrm>
            <a:off x="4185282" y="5744745"/>
            <a:ext cx="6880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sp>
        <p:nvSpPr>
          <p:cNvPr id="781" name="Google Shape;781;p9"/>
          <p:cNvSpPr txBox="1"/>
          <p:nvPr/>
        </p:nvSpPr>
        <p:spPr>
          <a:xfrm>
            <a:off x="4147065" y="4669468"/>
            <a:ext cx="8114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Spam caller</a:t>
            </a:r>
            <a:endParaRPr/>
          </a:p>
        </p:txBody>
      </p:sp>
      <p:sp>
        <p:nvSpPr>
          <p:cNvPr id="782" name="Google Shape;782;p9"/>
          <p:cNvSpPr txBox="1"/>
          <p:nvPr/>
        </p:nvSpPr>
        <p:spPr>
          <a:xfrm>
            <a:off x="5618861" y="4994242"/>
            <a:ext cx="4796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Noise</a:t>
            </a:r>
            <a:endParaRPr/>
          </a:p>
        </p:txBody>
      </p:sp>
      <p:sp>
        <p:nvSpPr>
          <p:cNvPr id="783" name="Google Shape;783;p9"/>
          <p:cNvSpPr txBox="1"/>
          <p:nvPr/>
        </p:nvSpPr>
        <p:spPr>
          <a:xfrm>
            <a:off x="4820349" y="3537299"/>
            <a:ext cx="8980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Vocals</a:t>
            </a:r>
            <a:endParaRPr/>
          </a:p>
        </p:txBody>
      </p:sp>
      <p:sp>
        <p:nvSpPr>
          <p:cNvPr id="784" name="Google Shape;784;p9"/>
          <p:cNvSpPr txBox="1"/>
          <p:nvPr/>
        </p:nvSpPr>
        <p:spPr>
          <a:xfrm>
            <a:off x="5530817" y="3997610"/>
            <a:ext cx="15247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Extracting Vocals from Noise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" name="Google Shape;789;p10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790" name="Google Shape;790;p10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0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10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10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0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10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6" name="Google Shape;796;p10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0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798" name="Google Shape;798;p10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799" name="Google Shape;799;p10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800" name="Google Shape;800;p10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10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0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803" name="Google Shape;80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4" name="Google Shape;804;p10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0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806" name="Google Shape;8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8" name="Google Shape;808;p10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809" name="Google Shape;809;p10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10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10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812" name="Google Shape;81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3" name="Google Shape;813;p10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0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0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6" name="Google Shape;81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7" name="Google Shape;817;p10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818" name="Google Shape;818;p10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10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820" name="Google Shape;820;p10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0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2" name="Google Shape;82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3" name="Google Shape;823;p10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824" name="Google Shape;824;p10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10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826" name="Google Shape;826;p10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827" name="Google Shape;827;p10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828" name="Google Shape;828;p10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10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830" name="Google Shape;830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831" name="Google Shape;831;p10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832" name="Google Shape;832;p10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10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834" name="Google Shape;834;p10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835" name="Google Shape;835;p10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836" name="Google Shape;836;p10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837" name="Google Shape;837;p10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838" name="Google Shape;838;p10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9" name="Google Shape;839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840" name="Google Shape;840;p10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841" name="Google Shape;841;p10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10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843" name="Google Shape;843;p10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844" name="Google Shape;844;p10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846" name="Google Shape;846;p10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847" name="Google Shape;847;p10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0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849" name="Google Shape;849;p10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850" name="Google Shape;850;p10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1" name="Google Shape;851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852" name="Google Shape;852;p10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853" name="Google Shape;853;p10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10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855" name="Google Shape;855;p10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856" name="Google Shape;856;p10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857" name="Google Shape;857;p10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858" name="Google Shape;858;p10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10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10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861" name="Google Shape;86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2" name="Google Shape;862;p10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863" name="Google Shape;863;p10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10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865" name="Google Shape;865;p10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866" name="Google Shape;866;p10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10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868" name="Google Shape;868;p10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869" name="Google Shape;869;p10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10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871" name="Google Shape;871;p10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0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0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0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875" name="Google Shape;875;p10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876" name="Google Shape;876;p10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  <p:grpSp>
        <p:nvGrpSpPr>
          <p:cNvPr id="877" name="Google Shape;877;p10"/>
          <p:cNvGrpSpPr/>
          <p:nvPr/>
        </p:nvGrpSpPr>
        <p:grpSpPr>
          <a:xfrm>
            <a:off x="1705897" y="8897"/>
            <a:ext cx="9588762" cy="6858000"/>
            <a:chOff x="491575" y="0"/>
            <a:chExt cx="9588762" cy="6858000"/>
          </a:xfrm>
        </p:grpSpPr>
        <p:sp>
          <p:nvSpPr>
            <p:cNvPr id="878" name="Google Shape;878;p10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10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0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881" name="Google Shape;88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2" name="Google Shape;882;p10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883" name="Google Shape;883;p10"/>
          <p:cNvGrpSpPr/>
          <p:nvPr/>
        </p:nvGrpSpPr>
        <p:grpSpPr>
          <a:xfrm>
            <a:off x="4354057" y="1382131"/>
            <a:ext cx="3197225" cy="668162"/>
            <a:chOff x="764723" y="2271038"/>
            <a:chExt cx="3197225" cy="668162"/>
          </a:xfrm>
        </p:grpSpPr>
        <p:sp>
          <p:nvSpPr>
            <p:cNvPr id="884" name="Google Shape;884;p10"/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10"/>
            <p:cNvSpPr txBox="1"/>
            <p:nvPr/>
          </p:nvSpPr>
          <p:spPr>
            <a:xfrm>
              <a:off x="1435200" y="227103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Spammer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will be caught in the first place</a:t>
              </a:r>
              <a:endParaRPr/>
            </a:p>
          </p:txBody>
        </p:sp>
      </p:grpSp>
      <p:pic>
        <p:nvPicPr>
          <p:cNvPr id="886" name="Google Shape;886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1260" y="1532399"/>
            <a:ext cx="408597" cy="41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7" name="Google Shape;887;p10"/>
          <p:cNvGrpSpPr/>
          <p:nvPr/>
        </p:nvGrpSpPr>
        <p:grpSpPr>
          <a:xfrm>
            <a:off x="4354057" y="2365264"/>
            <a:ext cx="3437784" cy="662056"/>
            <a:chOff x="807320" y="3555165"/>
            <a:chExt cx="3145818" cy="662056"/>
          </a:xfrm>
        </p:grpSpPr>
        <p:sp>
          <p:nvSpPr>
            <p:cNvPr id="888" name="Google Shape;888;p10"/>
            <p:cNvSpPr/>
            <p:nvPr/>
          </p:nvSpPr>
          <p:spPr>
            <a:xfrm>
              <a:off x="807320" y="3555165"/>
              <a:ext cx="619459" cy="662056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0"/>
            <p:cNvSpPr txBox="1"/>
            <p:nvPr/>
          </p:nvSpPr>
          <p:spPr>
            <a:xfrm>
              <a:off x="1426390" y="3569317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 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 be recognized even after changing the SIM card’s number</a:t>
              </a:r>
              <a:endParaRPr/>
            </a:p>
          </p:txBody>
        </p:sp>
      </p:grpSp>
      <p:pic>
        <p:nvPicPr>
          <p:cNvPr id="890" name="Google Shape;890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4414219" y="2374768"/>
            <a:ext cx="601894" cy="601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1" name="Google Shape;891;p10"/>
          <p:cNvGrpSpPr/>
          <p:nvPr/>
        </p:nvGrpSpPr>
        <p:grpSpPr>
          <a:xfrm>
            <a:off x="4368953" y="3377502"/>
            <a:ext cx="3193238" cy="1670129"/>
            <a:chOff x="768710" y="3817250"/>
            <a:chExt cx="3193238" cy="1670129"/>
          </a:xfrm>
        </p:grpSpPr>
        <p:sp>
          <p:nvSpPr>
            <p:cNvPr id="892" name="Google Shape;892;p10"/>
            <p:cNvSpPr/>
            <p:nvPr/>
          </p:nvSpPr>
          <p:spPr>
            <a:xfrm>
              <a:off x="768710" y="3817250"/>
              <a:ext cx="662056" cy="662056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10"/>
            <p:cNvSpPr txBox="1"/>
            <p:nvPr/>
          </p:nvSpPr>
          <p:spPr>
            <a:xfrm>
              <a:off x="1435200" y="484104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Recognizing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suspect’s vocal even in a noisy environment</a:t>
              </a:r>
              <a:endParaRPr/>
            </a:p>
          </p:txBody>
        </p:sp>
      </p:grpSp>
      <p:sp>
        <p:nvSpPr>
          <p:cNvPr id="894" name="Google Shape;894;p10"/>
          <p:cNvSpPr/>
          <p:nvPr/>
        </p:nvSpPr>
        <p:spPr>
          <a:xfrm>
            <a:off x="4354057" y="4365090"/>
            <a:ext cx="676952" cy="662056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5" name="Google Shape;895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02474" y="3463437"/>
            <a:ext cx="493160" cy="49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40896" y="4351456"/>
            <a:ext cx="689323" cy="6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0"/>
          <p:cNvSpPr txBox="1"/>
          <p:nvPr/>
        </p:nvSpPr>
        <p:spPr>
          <a:xfrm>
            <a:off x="5052322" y="3413812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speaker with a few seconds of speech</a:t>
            </a:r>
            <a:endParaRPr/>
          </a:p>
        </p:txBody>
      </p:sp>
      <p:grpSp>
        <p:nvGrpSpPr>
          <p:cNvPr id="898" name="Google Shape;898;p10"/>
          <p:cNvGrpSpPr/>
          <p:nvPr/>
        </p:nvGrpSpPr>
        <p:grpSpPr>
          <a:xfrm>
            <a:off x="1154494" y="4920"/>
            <a:ext cx="9884518" cy="6858000"/>
            <a:chOff x="883881" y="-753"/>
            <a:chExt cx="8760640" cy="6858000"/>
          </a:xfrm>
        </p:grpSpPr>
        <p:sp>
          <p:nvSpPr>
            <p:cNvPr id="899" name="Google Shape;899;p10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10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0"/>
            <p:cNvSpPr txBox="1"/>
            <p:nvPr/>
          </p:nvSpPr>
          <p:spPr>
            <a:xfrm rot="-5400000">
              <a:off x="8153633" y="3285552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902" name="Google Shape;90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543080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3" name="Google Shape;903;p10"/>
          <p:cNvGrpSpPr/>
          <p:nvPr/>
        </p:nvGrpSpPr>
        <p:grpSpPr>
          <a:xfrm>
            <a:off x="-8188810" y="-2342"/>
            <a:ext cx="9950902" cy="6858000"/>
            <a:chOff x="-9337032" y="-1"/>
            <a:chExt cx="9950902" cy="6858000"/>
          </a:xfrm>
        </p:grpSpPr>
        <p:sp>
          <p:nvSpPr>
            <p:cNvPr id="904" name="Google Shape;904;p10"/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0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10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907" name="Google Shape;90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8" name="Google Shape;908;p10"/>
          <p:cNvGrpSpPr/>
          <p:nvPr/>
        </p:nvGrpSpPr>
        <p:grpSpPr>
          <a:xfrm>
            <a:off x="-11101631" y="3537"/>
            <a:ext cx="12482921" cy="6858000"/>
            <a:chOff x="-290920" y="-38912"/>
            <a:chExt cx="12482921" cy="6858000"/>
          </a:xfrm>
        </p:grpSpPr>
        <p:sp>
          <p:nvSpPr>
            <p:cNvPr id="909" name="Google Shape;909;p10"/>
            <p:cNvSpPr/>
            <p:nvPr/>
          </p:nvSpPr>
          <p:spPr>
            <a:xfrm>
              <a:off x="-290920" y="-38912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11023600" y="2224216"/>
              <a:ext cx="1168400" cy="249006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0"/>
            <p:cNvSpPr txBox="1"/>
            <p:nvPr/>
          </p:nvSpPr>
          <p:spPr>
            <a:xfrm rot="-5400000">
              <a:off x="10921432" y="3256289"/>
              <a:ext cx="19920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912" name="Google Shape;91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3" name="Google Shape;913;p10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914" name="Google Shape;914;p10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0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0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917" name="Google Shape;91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8" name="Google Shape;918;p10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919" name="Google Shape;919;p10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0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0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922" name="Google Shape;92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3" name="Google Shape;923;p10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924" name="Google Shape;924;p10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0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0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927" name="Google Shape;92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8" name="Google Shape;928;p10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sp>
        <p:nvSpPr>
          <p:cNvPr id="929" name="Google Shape;929;p10"/>
          <p:cNvSpPr/>
          <p:nvPr/>
        </p:nvSpPr>
        <p:spPr>
          <a:xfrm>
            <a:off x="5970224" y="328984"/>
            <a:ext cx="806620" cy="343836"/>
          </a:xfrm>
          <a:prstGeom prst="ellipse">
            <a:avLst/>
          </a:prstGeom>
          <a:solidFill>
            <a:srgbClr val="E8D8F4"/>
          </a:solidFill>
          <a:ln cap="flat" cmpd="sng" w="28575">
            <a:solidFill>
              <a:srgbClr val="CB73B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930" name="Google Shape;930;p10"/>
          <p:cNvCxnSpPr/>
          <p:nvPr/>
        </p:nvCxnSpPr>
        <p:spPr>
          <a:xfrm>
            <a:off x="6382001" y="687338"/>
            <a:ext cx="0" cy="287614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31" name="Google Shape;931;p10"/>
          <p:cNvSpPr/>
          <p:nvPr/>
        </p:nvSpPr>
        <p:spPr>
          <a:xfrm>
            <a:off x="5485820" y="988952"/>
            <a:ext cx="1801153" cy="639979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it an incoming call?</a:t>
            </a:r>
            <a:endParaRPr/>
          </a:p>
        </p:txBody>
      </p:sp>
      <p:cxnSp>
        <p:nvCxnSpPr>
          <p:cNvPr id="932" name="Google Shape;932;p10"/>
          <p:cNvCxnSpPr/>
          <p:nvPr/>
        </p:nvCxnSpPr>
        <p:spPr>
          <a:xfrm>
            <a:off x="6382001" y="1638427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33" name="Google Shape;933;p10"/>
          <p:cNvSpPr/>
          <p:nvPr/>
        </p:nvSpPr>
        <p:spPr>
          <a:xfrm>
            <a:off x="5684922" y="1953498"/>
            <a:ext cx="1397258" cy="587087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 number?</a:t>
            </a:r>
            <a:endParaRPr/>
          </a:p>
        </p:txBody>
      </p:sp>
      <p:sp>
        <p:nvSpPr>
          <p:cNvPr id="934" name="Google Shape;934;p10"/>
          <p:cNvSpPr/>
          <p:nvPr/>
        </p:nvSpPr>
        <p:spPr>
          <a:xfrm>
            <a:off x="5491251" y="2855347"/>
            <a:ext cx="1785319" cy="824391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this voice exist in the database?</a:t>
            </a:r>
            <a:endParaRPr/>
          </a:p>
        </p:txBody>
      </p:sp>
      <p:cxnSp>
        <p:nvCxnSpPr>
          <p:cNvPr id="935" name="Google Shape;935;p10"/>
          <p:cNvCxnSpPr/>
          <p:nvPr/>
        </p:nvCxnSpPr>
        <p:spPr>
          <a:xfrm>
            <a:off x="6385568" y="2544465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36" name="Google Shape;936;p10"/>
          <p:cNvSpPr/>
          <p:nvPr/>
        </p:nvSpPr>
        <p:spPr>
          <a:xfrm>
            <a:off x="5428200" y="3991148"/>
            <a:ext cx="1923760" cy="640260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it threatened?</a:t>
            </a:r>
            <a:endParaRPr/>
          </a:p>
        </p:txBody>
      </p:sp>
      <p:cxnSp>
        <p:nvCxnSpPr>
          <p:cNvPr id="937" name="Google Shape;937;p10"/>
          <p:cNvCxnSpPr/>
          <p:nvPr/>
        </p:nvCxnSpPr>
        <p:spPr>
          <a:xfrm>
            <a:off x="6385568" y="3684602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38" name="Google Shape;938;p10"/>
          <p:cNvCxnSpPr/>
          <p:nvPr/>
        </p:nvCxnSpPr>
        <p:spPr>
          <a:xfrm>
            <a:off x="6395305" y="4640823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39" name="Google Shape;939;p10"/>
          <p:cNvSpPr/>
          <p:nvPr/>
        </p:nvSpPr>
        <p:spPr>
          <a:xfrm>
            <a:off x="5503516" y="4939260"/>
            <a:ext cx="1648995" cy="524920"/>
          </a:xfrm>
          <a:prstGeom prst="flowChartInputOutput">
            <a:avLst/>
          </a:prstGeom>
          <a:solidFill>
            <a:srgbClr val="E1EFD8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 against this spam caller</a:t>
            </a:r>
            <a:endParaRPr/>
          </a:p>
        </p:txBody>
      </p:sp>
      <p:sp>
        <p:nvSpPr>
          <p:cNvPr id="940" name="Google Shape;940;p10"/>
          <p:cNvSpPr/>
          <p:nvPr/>
        </p:nvSpPr>
        <p:spPr>
          <a:xfrm>
            <a:off x="5995625" y="5782006"/>
            <a:ext cx="806620" cy="343836"/>
          </a:xfrm>
          <a:prstGeom prst="ellipse">
            <a:avLst/>
          </a:prstGeom>
          <a:solidFill>
            <a:srgbClr val="E8D8F4"/>
          </a:solidFill>
          <a:ln cap="flat" cmpd="sng" w="28575">
            <a:solidFill>
              <a:srgbClr val="CB73B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/>
          </a:p>
        </p:txBody>
      </p:sp>
      <p:cxnSp>
        <p:nvCxnSpPr>
          <p:cNvPr id="941" name="Google Shape;941;p10"/>
          <p:cNvCxnSpPr/>
          <p:nvPr/>
        </p:nvCxnSpPr>
        <p:spPr>
          <a:xfrm>
            <a:off x="6395305" y="5472647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42" name="Google Shape;942;p10"/>
          <p:cNvSpPr/>
          <p:nvPr/>
        </p:nvSpPr>
        <p:spPr>
          <a:xfrm>
            <a:off x="3710842" y="2868340"/>
            <a:ext cx="1408643" cy="806707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more than 5 reports?</a:t>
            </a:r>
            <a:endParaRPr/>
          </a:p>
        </p:txBody>
      </p:sp>
      <p:cxnSp>
        <p:nvCxnSpPr>
          <p:cNvPr id="943" name="Google Shape;943;p10"/>
          <p:cNvCxnSpPr/>
          <p:nvPr/>
        </p:nvCxnSpPr>
        <p:spPr>
          <a:xfrm rot="10800000">
            <a:off x="5128587" y="3267388"/>
            <a:ext cx="346002" cy="1747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44" name="Google Shape;944;p10"/>
          <p:cNvCxnSpPr/>
          <p:nvPr/>
        </p:nvCxnSpPr>
        <p:spPr>
          <a:xfrm>
            <a:off x="4415163" y="3668257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45" name="Google Shape;945;p10"/>
          <p:cNvSpPr/>
          <p:nvPr/>
        </p:nvSpPr>
        <p:spPr>
          <a:xfrm>
            <a:off x="3764187" y="3973904"/>
            <a:ext cx="1280251" cy="524920"/>
          </a:xfrm>
          <a:prstGeom prst="flowChartInputOutput">
            <a:avLst/>
          </a:prstGeom>
          <a:solidFill>
            <a:srgbClr val="E1EFD8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 a notification</a:t>
            </a:r>
            <a:endParaRPr/>
          </a:p>
        </p:txBody>
      </p:sp>
      <p:sp>
        <p:nvSpPr>
          <p:cNvPr id="946" name="Google Shape;946;p10"/>
          <p:cNvSpPr txBox="1"/>
          <p:nvPr/>
        </p:nvSpPr>
        <p:spPr>
          <a:xfrm>
            <a:off x="6084178" y="1584005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947" name="Google Shape;947;p10"/>
          <p:cNvSpPr txBox="1"/>
          <p:nvPr/>
        </p:nvSpPr>
        <p:spPr>
          <a:xfrm>
            <a:off x="6084982" y="2498918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948" name="Google Shape;948;p10"/>
          <p:cNvSpPr txBox="1"/>
          <p:nvPr/>
        </p:nvSpPr>
        <p:spPr>
          <a:xfrm>
            <a:off x="5169064" y="3008301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949" name="Google Shape;949;p10"/>
          <p:cNvSpPr txBox="1"/>
          <p:nvPr/>
        </p:nvSpPr>
        <p:spPr>
          <a:xfrm>
            <a:off x="6101205" y="3657131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950" name="Google Shape;950;p10"/>
          <p:cNvSpPr txBox="1"/>
          <p:nvPr/>
        </p:nvSpPr>
        <p:spPr>
          <a:xfrm>
            <a:off x="4111645" y="3623762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951" name="Google Shape;951;p10"/>
          <p:cNvSpPr txBox="1"/>
          <p:nvPr/>
        </p:nvSpPr>
        <p:spPr>
          <a:xfrm>
            <a:off x="6094486" y="4597540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952" name="Google Shape;952;p10"/>
          <p:cNvSpPr txBox="1"/>
          <p:nvPr/>
        </p:nvSpPr>
        <p:spPr>
          <a:xfrm>
            <a:off x="2970766" y="3525201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cxnSp>
        <p:nvCxnSpPr>
          <p:cNvPr id="953" name="Google Shape;953;p10"/>
          <p:cNvCxnSpPr>
            <a:endCxn id="940" idx="2"/>
          </p:cNvCxnSpPr>
          <p:nvPr/>
        </p:nvCxnSpPr>
        <p:spPr>
          <a:xfrm>
            <a:off x="3251825" y="5953924"/>
            <a:ext cx="2743800" cy="0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54" name="Google Shape;954;p10"/>
          <p:cNvCxnSpPr>
            <a:stCxn id="931" idx="1"/>
          </p:cNvCxnSpPr>
          <p:nvPr/>
        </p:nvCxnSpPr>
        <p:spPr>
          <a:xfrm rot="10800000">
            <a:off x="3252020" y="1299341"/>
            <a:ext cx="2233800" cy="960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5" name="Google Shape;955;p10"/>
          <p:cNvCxnSpPr/>
          <p:nvPr/>
        </p:nvCxnSpPr>
        <p:spPr>
          <a:xfrm flipH="1">
            <a:off x="3251873" y="1299380"/>
            <a:ext cx="1" cy="4654544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6" name="Google Shape;956;p10"/>
          <p:cNvCxnSpPr/>
          <p:nvPr/>
        </p:nvCxnSpPr>
        <p:spPr>
          <a:xfrm rot="10800000">
            <a:off x="3417010" y="3273209"/>
            <a:ext cx="290566" cy="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7" name="Google Shape;957;p10"/>
          <p:cNvCxnSpPr/>
          <p:nvPr/>
        </p:nvCxnSpPr>
        <p:spPr>
          <a:xfrm flipH="1">
            <a:off x="3417010" y="3272131"/>
            <a:ext cx="1" cy="1929589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8" name="Google Shape;958;p10"/>
          <p:cNvCxnSpPr/>
          <p:nvPr/>
        </p:nvCxnSpPr>
        <p:spPr>
          <a:xfrm rot="10800000">
            <a:off x="3408543" y="5201720"/>
            <a:ext cx="1552486" cy="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9" name="Google Shape;959;p10"/>
          <p:cNvCxnSpPr/>
          <p:nvPr/>
        </p:nvCxnSpPr>
        <p:spPr>
          <a:xfrm>
            <a:off x="4961028" y="4311278"/>
            <a:ext cx="1" cy="890442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0" name="Google Shape;960;p10"/>
          <p:cNvCxnSpPr>
            <a:endCxn id="936" idx="1"/>
          </p:cNvCxnSpPr>
          <p:nvPr/>
        </p:nvCxnSpPr>
        <p:spPr>
          <a:xfrm>
            <a:off x="4961100" y="4311278"/>
            <a:ext cx="467100" cy="0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61" name="Google Shape;961;p10"/>
          <p:cNvSpPr txBox="1"/>
          <p:nvPr/>
        </p:nvSpPr>
        <p:spPr>
          <a:xfrm>
            <a:off x="3427154" y="4919560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cxnSp>
        <p:nvCxnSpPr>
          <p:cNvPr id="962" name="Google Shape;962;p10"/>
          <p:cNvCxnSpPr/>
          <p:nvPr/>
        </p:nvCxnSpPr>
        <p:spPr>
          <a:xfrm flipH="1">
            <a:off x="7083598" y="2241055"/>
            <a:ext cx="1402250" cy="1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3" name="Google Shape;963;p10"/>
          <p:cNvCxnSpPr/>
          <p:nvPr/>
        </p:nvCxnSpPr>
        <p:spPr>
          <a:xfrm flipH="1">
            <a:off x="8487080" y="2230770"/>
            <a:ext cx="1" cy="4226657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4" name="Google Shape;964;p10"/>
          <p:cNvCxnSpPr/>
          <p:nvPr/>
        </p:nvCxnSpPr>
        <p:spPr>
          <a:xfrm rot="10800000">
            <a:off x="6807562" y="5949954"/>
            <a:ext cx="932062" cy="0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65" name="Google Shape;965;p10"/>
          <p:cNvSpPr txBox="1"/>
          <p:nvPr/>
        </p:nvSpPr>
        <p:spPr>
          <a:xfrm>
            <a:off x="8166158" y="5667786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cxnSp>
        <p:nvCxnSpPr>
          <p:cNvPr id="966" name="Google Shape;966;p10"/>
          <p:cNvCxnSpPr>
            <a:endCxn id="936" idx="3"/>
          </p:cNvCxnSpPr>
          <p:nvPr/>
        </p:nvCxnSpPr>
        <p:spPr>
          <a:xfrm rot="10800000">
            <a:off x="7351960" y="4311278"/>
            <a:ext cx="387600" cy="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7" name="Google Shape;967;p10"/>
          <p:cNvCxnSpPr/>
          <p:nvPr/>
        </p:nvCxnSpPr>
        <p:spPr>
          <a:xfrm flipH="1">
            <a:off x="7739623" y="4305922"/>
            <a:ext cx="1" cy="1644032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8" name="Google Shape;968;p10"/>
          <p:cNvCxnSpPr/>
          <p:nvPr/>
        </p:nvCxnSpPr>
        <p:spPr>
          <a:xfrm rot="10800000">
            <a:off x="6419577" y="6139968"/>
            <a:ext cx="0" cy="320105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69" name="Google Shape;969;p10"/>
          <p:cNvCxnSpPr/>
          <p:nvPr/>
        </p:nvCxnSpPr>
        <p:spPr>
          <a:xfrm rot="10800000">
            <a:off x="6413897" y="6457427"/>
            <a:ext cx="2073182" cy="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0" name="Google Shape;970;p10"/>
          <p:cNvSpPr txBox="1"/>
          <p:nvPr/>
        </p:nvSpPr>
        <p:spPr>
          <a:xfrm>
            <a:off x="7420826" y="5667786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5" name="Google Shape;975;p11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976" name="Google Shape;976;p11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11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11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11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11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11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2" name="Google Shape;982;p11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1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984" name="Google Shape;984;p11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985" name="Google Shape;985;p11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986" name="Google Shape;986;p11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1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989" name="Google Shape;98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0" name="Google Shape;990;p11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1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992" name="Google Shape;9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4" name="Google Shape;994;p11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995" name="Google Shape;995;p11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1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998" name="Google Shape;99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9" name="Google Shape;999;p11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11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11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2" name="Google Shape;100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3" name="Google Shape;1003;p11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1004" name="Google Shape;1004;p11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11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1006" name="Google Shape;1006;p11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1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8" name="Google Shape;100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9" name="Google Shape;1009;p11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1010" name="Google Shape;1010;p11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11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1012" name="Google Shape;1012;p11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013" name="Google Shape;1013;p11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1014" name="Google Shape;1014;p11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1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1016" name="Google Shape;1016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017" name="Google Shape;1017;p11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1018" name="Google Shape;1018;p11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11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1020" name="Google Shape;1020;p11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1021" name="Google Shape;1021;p11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1022" name="Google Shape;1022;p11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1023" name="Google Shape;1023;p11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1024" name="Google Shape;1024;p11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5" name="Google Shape;1025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026" name="Google Shape;1026;p11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1027" name="Google Shape;1027;p11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11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1029" name="Google Shape;1029;p11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1030" name="Google Shape;1030;p11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1" name="Google Shape;103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032" name="Google Shape;1032;p11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1033" name="Google Shape;1033;p11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11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1035" name="Google Shape;1035;p11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1036" name="Google Shape;1036;p11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038" name="Google Shape;1038;p11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1039" name="Google Shape;1039;p11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1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1041" name="Google Shape;1041;p11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1042" name="Google Shape;1042;p11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043" name="Google Shape;1043;p11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1044" name="Google Shape;1044;p11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11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11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1047" name="Google Shape;104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8" name="Google Shape;1048;p11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1049" name="Google Shape;1049;p11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11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1051" name="Google Shape;1051;p11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1052" name="Google Shape;1052;p11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11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1054" name="Google Shape;1054;p11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1055" name="Google Shape;1055;p11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11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1057" name="Google Shape;1057;p11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1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11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11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1061" name="Google Shape;1061;p11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1062" name="Google Shape;1062;p11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  <p:grpSp>
        <p:nvGrpSpPr>
          <p:cNvPr id="1063" name="Google Shape;1063;p11"/>
          <p:cNvGrpSpPr/>
          <p:nvPr/>
        </p:nvGrpSpPr>
        <p:grpSpPr>
          <a:xfrm>
            <a:off x="1705897" y="8897"/>
            <a:ext cx="9588762" cy="6858000"/>
            <a:chOff x="491575" y="0"/>
            <a:chExt cx="9588762" cy="6858000"/>
          </a:xfrm>
        </p:grpSpPr>
        <p:sp>
          <p:nvSpPr>
            <p:cNvPr id="1064" name="Google Shape;1064;p11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11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1067" name="Google Shape;106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8" name="Google Shape;1068;p11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069" name="Google Shape;1069;p11"/>
          <p:cNvGrpSpPr/>
          <p:nvPr/>
        </p:nvGrpSpPr>
        <p:grpSpPr>
          <a:xfrm>
            <a:off x="4354057" y="1382131"/>
            <a:ext cx="3197225" cy="668162"/>
            <a:chOff x="764723" y="2271038"/>
            <a:chExt cx="3197225" cy="668162"/>
          </a:xfrm>
        </p:grpSpPr>
        <p:sp>
          <p:nvSpPr>
            <p:cNvPr id="1070" name="Google Shape;1070;p11"/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1"/>
            <p:cNvSpPr txBox="1"/>
            <p:nvPr/>
          </p:nvSpPr>
          <p:spPr>
            <a:xfrm>
              <a:off x="1435200" y="227103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Spammer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will be caught in the first place</a:t>
              </a:r>
              <a:endParaRPr/>
            </a:p>
          </p:txBody>
        </p:sp>
      </p:grpSp>
      <p:pic>
        <p:nvPicPr>
          <p:cNvPr id="1072" name="Google Shape;1072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1260" y="1532399"/>
            <a:ext cx="408597" cy="41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3" name="Google Shape;1073;p11"/>
          <p:cNvGrpSpPr/>
          <p:nvPr/>
        </p:nvGrpSpPr>
        <p:grpSpPr>
          <a:xfrm>
            <a:off x="4354057" y="2365264"/>
            <a:ext cx="3437784" cy="662056"/>
            <a:chOff x="807320" y="3555165"/>
            <a:chExt cx="3145818" cy="662056"/>
          </a:xfrm>
        </p:grpSpPr>
        <p:sp>
          <p:nvSpPr>
            <p:cNvPr id="1074" name="Google Shape;1074;p11"/>
            <p:cNvSpPr/>
            <p:nvPr/>
          </p:nvSpPr>
          <p:spPr>
            <a:xfrm>
              <a:off x="807320" y="3555165"/>
              <a:ext cx="619459" cy="662056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11"/>
            <p:cNvSpPr txBox="1"/>
            <p:nvPr/>
          </p:nvSpPr>
          <p:spPr>
            <a:xfrm>
              <a:off x="1426390" y="3569317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 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 be recognized even after changing the SIM card’s number</a:t>
              </a:r>
              <a:endParaRPr/>
            </a:p>
          </p:txBody>
        </p:sp>
      </p:grpSp>
      <p:pic>
        <p:nvPicPr>
          <p:cNvPr id="1076" name="Google Shape;1076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4414219" y="2374768"/>
            <a:ext cx="601894" cy="601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7" name="Google Shape;1077;p11"/>
          <p:cNvGrpSpPr/>
          <p:nvPr/>
        </p:nvGrpSpPr>
        <p:grpSpPr>
          <a:xfrm>
            <a:off x="4368953" y="3377502"/>
            <a:ext cx="3193238" cy="1670129"/>
            <a:chOff x="768710" y="3817250"/>
            <a:chExt cx="3193238" cy="1670129"/>
          </a:xfrm>
        </p:grpSpPr>
        <p:sp>
          <p:nvSpPr>
            <p:cNvPr id="1078" name="Google Shape;1078;p11"/>
            <p:cNvSpPr/>
            <p:nvPr/>
          </p:nvSpPr>
          <p:spPr>
            <a:xfrm>
              <a:off x="768710" y="3817250"/>
              <a:ext cx="662056" cy="662056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11"/>
            <p:cNvSpPr txBox="1"/>
            <p:nvPr/>
          </p:nvSpPr>
          <p:spPr>
            <a:xfrm>
              <a:off x="1435200" y="484104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Recognizing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suspect’s vocal even in a noisy environment</a:t>
              </a:r>
              <a:endParaRPr/>
            </a:p>
          </p:txBody>
        </p:sp>
      </p:grpSp>
      <p:sp>
        <p:nvSpPr>
          <p:cNvPr id="1080" name="Google Shape;1080;p11"/>
          <p:cNvSpPr/>
          <p:nvPr/>
        </p:nvSpPr>
        <p:spPr>
          <a:xfrm>
            <a:off x="4354057" y="4365090"/>
            <a:ext cx="676952" cy="662056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1" name="Google Shape;1081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02474" y="3463437"/>
            <a:ext cx="493160" cy="49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40896" y="4351456"/>
            <a:ext cx="689323" cy="6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1"/>
          <p:cNvSpPr txBox="1"/>
          <p:nvPr/>
        </p:nvSpPr>
        <p:spPr>
          <a:xfrm>
            <a:off x="5052322" y="3413812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speaker with a few seconds of speech</a:t>
            </a:r>
            <a:endParaRPr/>
          </a:p>
        </p:txBody>
      </p:sp>
      <p:grpSp>
        <p:nvGrpSpPr>
          <p:cNvPr id="1084" name="Google Shape;1084;p11"/>
          <p:cNvGrpSpPr/>
          <p:nvPr/>
        </p:nvGrpSpPr>
        <p:grpSpPr>
          <a:xfrm>
            <a:off x="1154494" y="4920"/>
            <a:ext cx="9884518" cy="6858000"/>
            <a:chOff x="883881" y="-753"/>
            <a:chExt cx="8760640" cy="6858000"/>
          </a:xfrm>
        </p:grpSpPr>
        <p:sp>
          <p:nvSpPr>
            <p:cNvPr id="1085" name="Google Shape;1085;p11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11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11"/>
            <p:cNvSpPr txBox="1"/>
            <p:nvPr/>
          </p:nvSpPr>
          <p:spPr>
            <a:xfrm rot="-5400000">
              <a:off x="8153633" y="3285552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1088" name="Google Shape;108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543080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9" name="Google Shape;1089;p11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sp>
        <p:nvSpPr>
          <p:cNvPr id="1090" name="Google Shape;1090;p11"/>
          <p:cNvSpPr/>
          <p:nvPr/>
        </p:nvSpPr>
        <p:spPr>
          <a:xfrm>
            <a:off x="5970224" y="328984"/>
            <a:ext cx="806620" cy="343836"/>
          </a:xfrm>
          <a:prstGeom prst="ellipse">
            <a:avLst/>
          </a:prstGeom>
          <a:solidFill>
            <a:srgbClr val="E8D8F4"/>
          </a:solidFill>
          <a:ln cap="flat" cmpd="sng" w="28575">
            <a:solidFill>
              <a:srgbClr val="CB73B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1091" name="Google Shape;1091;p11"/>
          <p:cNvCxnSpPr/>
          <p:nvPr/>
        </p:nvCxnSpPr>
        <p:spPr>
          <a:xfrm>
            <a:off x="6382001" y="687338"/>
            <a:ext cx="0" cy="287614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092" name="Google Shape;1092;p11"/>
          <p:cNvSpPr/>
          <p:nvPr/>
        </p:nvSpPr>
        <p:spPr>
          <a:xfrm>
            <a:off x="5485820" y="988952"/>
            <a:ext cx="1801153" cy="639979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it an incoming call?</a:t>
            </a:r>
            <a:endParaRPr/>
          </a:p>
        </p:txBody>
      </p:sp>
      <p:cxnSp>
        <p:nvCxnSpPr>
          <p:cNvPr id="1093" name="Google Shape;1093;p11"/>
          <p:cNvCxnSpPr/>
          <p:nvPr/>
        </p:nvCxnSpPr>
        <p:spPr>
          <a:xfrm>
            <a:off x="6382001" y="1638427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094" name="Google Shape;1094;p11"/>
          <p:cNvSpPr/>
          <p:nvPr/>
        </p:nvSpPr>
        <p:spPr>
          <a:xfrm>
            <a:off x="5684922" y="1953498"/>
            <a:ext cx="1397258" cy="587087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 number?</a:t>
            </a:r>
            <a:endParaRPr/>
          </a:p>
        </p:txBody>
      </p:sp>
      <p:sp>
        <p:nvSpPr>
          <p:cNvPr id="1095" name="Google Shape;1095;p11"/>
          <p:cNvSpPr/>
          <p:nvPr/>
        </p:nvSpPr>
        <p:spPr>
          <a:xfrm>
            <a:off x="5491251" y="2855347"/>
            <a:ext cx="1785319" cy="824391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this voice exist in the database?</a:t>
            </a:r>
            <a:endParaRPr/>
          </a:p>
        </p:txBody>
      </p:sp>
      <p:cxnSp>
        <p:nvCxnSpPr>
          <p:cNvPr id="1096" name="Google Shape;1096;p11"/>
          <p:cNvCxnSpPr/>
          <p:nvPr/>
        </p:nvCxnSpPr>
        <p:spPr>
          <a:xfrm>
            <a:off x="6385568" y="2544465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097" name="Google Shape;1097;p11"/>
          <p:cNvSpPr/>
          <p:nvPr/>
        </p:nvSpPr>
        <p:spPr>
          <a:xfrm>
            <a:off x="5428200" y="3991148"/>
            <a:ext cx="1923760" cy="640260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it threatened?</a:t>
            </a:r>
            <a:endParaRPr/>
          </a:p>
        </p:txBody>
      </p:sp>
      <p:cxnSp>
        <p:nvCxnSpPr>
          <p:cNvPr id="1098" name="Google Shape;1098;p11"/>
          <p:cNvCxnSpPr/>
          <p:nvPr/>
        </p:nvCxnSpPr>
        <p:spPr>
          <a:xfrm>
            <a:off x="6385568" y="3684602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099" name="Google Shape;1099;p11"/>
          <p:cNvCxnSpPr/>
          <p:nvPr/>
        </p:nvCxnSpPr>
        <p:spPr>
          <a:xfrm>
            <a:off x="6395305" y="4640823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100" name="Google Shape;1100;p11"/>
          <p:cNvSpPr/>
          <p:nvPr/>
        </p:nvSpPr>
        <p:spPr>
          <a:xfrm>
            <a:off x="5503516" y="4939260"/>
            <a:ext cx="1648995" cy="524920"/>
          </a:xfrm>
          <a:prstGeom prst="flowChartInputOutput">
            <a:avLst/>
          </a:prstGeom>
          <a:solidFill>
            <a:srgbClr val="E1EFD8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 against this spam caller</a:t>
            </a:r>
            <a:endParaRPr/>
          </a:p>
        </p:txBody>
      </p:sp>
      <p:sp>
        <p:nvSpPr>
          <p:cNvPr id="1101" name="Google Shape;1101;p11"/>
          <p:cNvSpPr/>
          <p:nvPr/>
        </p:nvSpPr>
        <p:spPr>
          <a:xfrm>
            <a:off x="5995625" y="5782006"/>
            <a:ext cx="806620" cy="343836"/>
          </a:xfrm>
          <a:prstGeom prst="ellipse">
            <a:avLst/>
          </a:prstGeom>
          <a:solidFill>
            <a:srgbClr val="E8D8F4"/>
          </a:solidFill>
          <a:ln cap="flat" cmpd="sng" w="28575">
            <a:solidFill>
              <a:srgbClr val="CB73B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/>
          </a:p>
        </p:txBody>
      </p:sp>
      <p:cxnSp>
        <p:nvCxnSpPr>
          <p:cNvPr id="1102" name="Google Shape;1102;p11"/>
          <p:cNvCxnSpPr/>
          <p:nvPr/>
        </p:nvCxnSpPr>
        <p:spPr>
          <a:xfrm>
            <a:off x="6395305" y="5472647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103" name="Google Shape;1103;p11"/>
          <p:cNvSpPr/>
          <p:nvPr/>
        </p:nvSpPr>
        <p:spPr>
          <a:xfrm>
            <a:off x="3710842" y="2868340"/>
            <a:ext cx="1408643" cy="806707"/>
          </a:xfrm>
          <a:prstGeom prst="diamond">
            <a:avLst/>
          </a:prstGeom>
          <a:solidFill>
            <a:srgbClr val="DDEAF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more than 5 reports?</a:t>
            </a:r>
            <a:endParaRPr/>
          </a:p>
        </p:txBody>
      </p:sp>
      <p:cxnSp>
        <p:nvCxnSpPr>
          <p:cNvPr id="1104" name="Google Shape;1104;p11"/>
          <p:cNvCxnSpPr/>
          <p:nvPr/>
        </p:nvCxnSpPr>
        <p:spPr>
          <a:xfrm rot="10800000">
            <a:off x="5128587" y="3267388"/>
            <a:ext cx="346002" cy="1747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105" name="Google Shape;1105;p11"/>
          <p:cNvCxnSpPr/>
          <p:nvPr/>
        </p:nvCxnSpPr>
        <p:spPr>
          <a:xfrm>
            <a:off x="4415163" y="3668257"/>
            <a:ext cx="0" cy="299239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106" name="Google Shape;1106;p11"/>
          <p:cNvSpPr/>
          <p:nvPr/>
        </p:nvSpPr>
        <p:spPr>
          <a:xfrm>
            <a:off x="3764187" y="3973904"/>
            <a:ext cx="1280251" cy="524920"/>
          </a:xfrm>
          <a:prstGeom prst="flowChartInputOutput">
            <a:avLst/>
          </a:prstGeom>
          <a:solidFill>
            <a:srgbClr val="E1EFD8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 a notification</a:t>
            </a:r>
            <a:endParaRPr/>
          </a:p>
        </p:txBody>
      </p:sp>
      <p:sp>
        <p:nvSpPr>
          <p:cNvPr id="1107" name="Google Shape;1107;p11"/>
          <p:cNvSpPr txBox="1"/>
          <p:nvPr/>
        </p:nvSpPr>
        <p:spPr>
          <a:xfrm>
            <a:off x="6084178" y="1584005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108" name="Google Shape;1108;p11"/>
          <p:cNvSpPr txBox="1"/>
          <p:nvPr/>
        </p:nvSpPr>
        <p:spPr>
          <a:xfrm>
            <a:off x="6084982" y="2498918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109" name="Google Shape;1109;p11"/>
          <p:cNvSpPr txBox="1"/>
          <p:nvPr/>
        </p:nvSpPr>
        <p:spPr>
          <a:xfrm>
            <a:off x="5169064" y="3008301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110" name="Google Shape;1110;p11"/>
          <p:cNvSpPr txBox="1"/>
          <p:nvPr/>
        </p:nvSpPr>
        <p:spPr>
          <a:xfrm>
            <a:off x="6101205" y="3657131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111" name="Google Shape;1111;p11"/>
          <p:cNvSpPr txBox="1"/>
          <p:nvPr/>
        </p:nvSpPr>
        <p:spPr>
          <a:xfrm>
            <a:off x="4111645" y="3623762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112" name="Google Shape;1112;p11"/>
          <p:cNvSpPr txBox="1"/>
          <p:nvPr/>
        </p:nvSpPr>
        <p:spPr>
          <a:xfrm>
            <a:off x="6094486" y="4597540"/>
            <a:ext cx="340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113" name="Google Shape;1113;p11"/>
          <p:cNvSpPr txBox="1"/>
          <p:nvPr/>
        </p:nvSpPr>
        <p:spPr>
          <a:xfrm>
            <a:off x="2970766" y="3525201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cxnSp>
        <p:nvCxnSpPr>
          <p:cNvPr id="1114" name="Google Shape;1114;p11"/>
          <p:cNvCxnSpPr>
            <a:endCxn id="1101" idx="2"/>
          </p:cNvCxnSpPr>
          <p:nvPr/>
        </p:nvCxnSpPr>
        <p:spPr>
          <a:xfrm>
            <a:off x="3251825" y="5953924"/>
            <a:ext cx="2743800" cy="0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115" name="Google Shape;1115;p11"/>
          <p:cNvCxnSpPr>
            <a:stCxn id="1092" idx="1"/>
          </p:cNvCxnSpPr>
          <p:nvPr/>
        </p:nvCxnSpPr>
        <p:spPr>
          <a:xfrm rot="10800000">
            <a:off x="3252020" y="1299341"/>
            <a:ext cx="2233800" cy="960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6" name="Google Shape;1116;p11"/>
          <p:cNvCxnSpPr/>
          <p:nvPr/>
        </p:nvCxnSpPr>
        <p:spPr>
          <a:xfrm flipH="1">
            <a:off x="3251873" y="1299380"/>
            <a:ext cx="1" cy="4654544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7" name="Google Shape;1117;p11"/>
          <p:cNvCxnSpPr/>
          <p:nvPr/>
        </p:nvCxnSpPr>
        <p:spPr>
          <a:xfrm rot="10800000">
            <a:off x="3417010" y="3273209"/>
            <a:ext cx="290566" cy="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8" name="Google Shape;1118;p11"/>
          <p:cNvCxnSpPr/>
          <p:nvPr/>
        </p:nvCxnSpPr>
        <p:spPr>
          <a:xfrm flipH="1">
            <a:off x="3417010" y="3272131"/>
            <a:ext cx="1" cy="1929589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9" name="Google Shape;1119;p11"/>
          <p:cNvCxnSpPr/>
          <p:nvPr/>
        </p:nvCxnSpPr>
        <p:spPr>
          <a:xfrm rot="10800000">
            <a:off x="3408543" y="5201720"/>
            <a:ext cx="1552486" cy="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0" name="Google Shape;1120;p11"/>
          <p:cNvCxnSpPr/>
          <p:nvPr/>
        </p:nvCxnSpPr>
        <p:spPr>
          <a:xfrm>
            <a:off x="4961028" y="4311278"/>
            <a:ext cx="1" cy="890442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1" name="Google Shape;1121;p11"/>
          <p:cNvCxnSpPr>
            <a:endCxn id="1097" idx="1"/>
          </p:cNvCxnSpPr>
          <p:nvPr/>
        </p:nvCxnSpPr>
        <p:spPr>
          <a:xfrm>
            <a:off x="4961100" y="4311278"/>
            <a:ext cx="467100" cy="0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122" name="Google Shape;1122;p11"/>
          <p:cNvSpPr txBox="1"/>
          <p:nvPr/>
        </p:nvSpPr>
        <p:spPr>
          <a:xfrm>
            <a:off x="3427154" y="4919560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cxnSp>
        <p:nvCxnSpPr>
          <p:cNvPr id="1123" name="Google Shape;1123;p11"/>
          <p:cNvCxnSpPr/>
          <p:nvPr/>
        </p:nvCxnSpPr>
        <p:spPr>
          <a:xfrm flipH="1">
            <a:off x="7083598" y="2241055"/>
            <a:ext cx="1402250" cy="1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4" name="Google Shape;1124;p11"/>
          <p:cNvCxnSpPr/>
          <p:nvPr/>
        </p:nvCxnSpPr>
        <p:spPr>
          <a:xfrm flipH="1">
            <a:off x="8487080" y="2230770"/>
            <a:ext cx="1" cy="4226657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5" name="Google Shape;1125;p11"/>
          <p:cNvCxnSpPr/>
          <p:nvPr/>
        </p:nvCxnSpPr>
        <p:spPr>
          <a:xfrm rot="10800000">
            <a:off x="6807562" y="5949954"/>
            <a:ext cx="932062" cy="0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126" name="Google Shape;1126;p11"/>
          <p:cNvSpPr txBox="1"/>
          <p:nvPr/>
        </p:nvSpPr>
        <p:spPr>
          <a:xfrm>
            <a:off x="8166158" y="5667786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cxnSp>
        <p:nvCxnSpPr>
          <p:cNvPr id="1127" name="Google Shape;1127;p11"/>
          <p:cNvCxnSpPr>
            <a:endCxn id="1097" idx="3"/>
          </p:cNvCxnSpPr>
          <p:nvPr/>
        </p:nvCxnSpPr>
        <p:spPr>
          <a:xfrm rot="10800000">
            <a:off x="7351960" y="4311278"/>
            <a:ext cx="387600" cy="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8" name="Google Shape;1128;p11"/>
          <p:cNvCxnSpPr/>
          <p:nvPr/>
        </p:nvCxnSpPr>
        <p:spPr>
          <a:xfrm flipH="1">
            <a:off x="7739623" y="4305922"/>
            <a:ext cx="1" cy="1644032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9" name="Google Shape;1129;p11"/>
          <p:cNvCxnSpPr/>
          <p:nvPr/>
        </p:nvCxnSpPr>
        <p:spPr>
          <a:xfrm rot="10800000">
            <a:off x="6419577" y="6139968"/>
            <a:ext cx="0" cy="320105"/>
          </a:xfrm>
          <a:prstGeom prst="straightConnector1">
            <a:avLst/>
          </a:prstGeom>
          <a:noFill/>
          <a:ln cap="flat" cmpd="sng" w="12700">
            <a:solidFill>
              <a:srgbClr val="F0925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130" name="Google Shape;1130;p11"/>
          <p:cNvCxnSpPr/>
          <p:nvPr/>
        </p:nvCxnSpPr>
        <p:spPr>
          <a:xfrm rot="10800000">
            <a:off x="6413897" y="6457427"/>
            <a:ext cx="2073182" cy="0"/>
          </a:xfrm>
          <a:prstGeom prst="straightConnector1">
            <a:avLst/>
          </a:prstGeom>
          <a:noFill/>
          <a:ln cap="flat" cmpd="sng" w="19050">
            <a:solidFill>
              <a:srgbClr val="F0925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1" name="Google Shape;1131;p11"/>
          <p:cNvSpPr txBox="1"/>
          <p:nvPr/>
        </p:nvSpPr>
        <p:spPr>
          <a:xfrm>
            <a:off x="7420826" y="5667786"/>
            <a:ext cx="320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grpSp>
        <p:nvGrpSpPr>
          <p:cNvPr id="1132" name="Google Shape;1132;p11"/>
          <p:cNvGrpSpPr/>
          <p:nvPr/>
        </p:nvGrpSpPr>
        <p:grpSpPr>
          <a:xfrm>
            <a:off x="711013" y="4920"/>
            <a:ext cx="9950902" cy="6858000"/>
            <a:chOff x="-9337032" y="-1"/>
            <a:chExt cx="9950902" cy="6858000"/>
          </a:xfrm>
        </p:grpSpPr>
        <p:sp>
          <p:nvSpPr>
            <p:cNvPr id="1133" name="Google Shape;1133;p11"/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11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11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1136" name="Google Shape;113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7" name="Google Shape;1137;p11"/>
          <p:cNvGrpSpPr/>
          <p:nvPr/>
        </p:nvGrpSpPr>
        <p:grpSpPr>
          <a:xfrm>
            <a:off x="-11101631" y="3537"/>
            <a:ext cx="12482921" cy="6858000"/>
            <a:chOff x="-290920" y="-38912"/>
            <a:chExt cx="12482921" cy="6858000"/>
          </a:xfrm>
        </p:grpSpPr>
        <p:sp>
          <p:nvSpPr>
            <p:cNvPr id="1138" name="Google Shape;1138;p11"/>
            <p:cNvSpPr/>
            <p:nvPr/>
          </p:nvSpPr>
          <p:spPr>
            <a:xfrm>
              <a:off x="-290920" y="-38912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11"/>
            <p:cNvSpPr/>
            <p:nvPr/>
          </p:nvSpPr>
          <p:spPr>
            <a:xfrm>
              <a:off x="11023600" y="2224216"/>
              <a:ext cx="1168400" cy="249006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11"/>
            <p:cNvSpPr txBox="1"/>
            <p:nvPr/>
          </p:nvSpPr>
          <p:spPr>
            <a:xfrm rot="-5400000">
              <a:off x="10921432" y="3256289"/>
              <a:ext cx="19920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141" name="Google Shape;114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2" name="Google Shape;1142;p11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1143" name="Google Shape;1143;p11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11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11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1146" name="Google Shape;114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7" name="Google Shape;1147;p11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1148" name="Google Shape;1148;p11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1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11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1151" name="Google Shape;115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2" name="Google Shape;1152;p11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1153" name="Google Shape;1153;p11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11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11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1156" name="Google Shape;115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7" name="Google Shape;1157;p11"/>
          <p:cNvSpPr txBox="1"/>
          <p:nvPr/>
        </p:nvSpPr>
        <p:spPr>
          <a:xfrm rot="-5400000">
            <a:off x="67996" y="3273847"/>
            <a:ext cx="22029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Safety Measure</a:t>
            </a:r>
            <a:endParaRPr/>
          </a:p>
        </p:txBody>
      </p:sp>
      <p:pic>
        <p:nvPicPr>
          <p:cNvPr id="1158" name="Google Shape;1158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193492" y="148847"/>
            <a:ext cx="3322637" cy="645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3" name="Google Shape;1163;p12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1164" name="Google Shape;1164;p12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12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12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12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12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12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0" name="Google Shape;1170;p12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12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1172" name="Google Shape;1172;p12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173" name="Google Shape;1173;p12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1174" name="Google Shape;1174;p12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12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12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1177" name="Google Shape;117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8" name="Google Shape;1178;p12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2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1180" name="Google Shape;11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2" name="Google Shape;1182;p12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1183" name="Google Shape;1183;p12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12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12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1186" name="Google Shape;118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7" name="Google Shape;1187;p12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2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12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0" name="Google Shape;119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1" name="Google Shape;1191;p12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1192" name="Google Shape;1192;p12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12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1194" name="Google Shape;1194;p12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2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6" name="Google Shape;119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7" name="Google Shape;1197;p12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1198" name="Google Shape;1198;p12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12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1200" name="Google Shape;1200;p12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201" name="Google Shape;1201;p12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1202" name="Google Shape;1202;p12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12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1204" name="Google Shape;1204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205" name="Google Shape;1205;p12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1206" name="Google Shape;1206;p12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12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1208" name="Google Shape;1208;p12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1209" name="Google Shape;1209;p12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1210" name="Google Shape;1210;p12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1211" name="Google Shape;1211;p12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1212" name="Google Shape;1212;p12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3" name="Google Shape;1213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214" name="Google Shape;1214;p12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1215" name="Google Shape;1215;p12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12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1217" name="Google Shape;1217;p12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1218" name="Google Shape;1218;p12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9" name="Google Shape;1219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220" name="Google Shape;1220;p12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1221" name="Google Shape;1221;p12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12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1223" name="Google Shape;1223;p12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1224" name="Google Shape;1224;p12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5" name="Google Shape;1225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226" name="Google Shape;1226;p12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1227" name="Google Shape;1227;p12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12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1229" name="Google Shape;1229;p12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1230" name="Google Shape;1230;p12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231" name="Google Shape;1231;p12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1232" name="Google Shape;1232;p12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12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12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1235" name="Google Shape;123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6" name="Google Shape;1236;p12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1237" name="Google Shape;1237;p12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12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1239" name="Google Shape;1239;p12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1240" name="Google Shape;1240;p12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12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1242" name="Google Shape;1242;p12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1243" name="Google Shape;1243;p12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12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1245" name="Google Shape;1245;p12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12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12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12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1249" name="Google Shape;1249;p12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1250" name="Google Shape;1250;p12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  <p:grpSp>
        <p:nvGrpSpPr>
          <p:cNvPr id="1251" name="Google Shape;1251;p12"/>
          <p:cNvGrpSpPr/>
          <p:nvPr/>
        </p:nvGrpSpPr>
        <p:grpSpPr>
          <a:xfrm>
            <a:off x="1705897" y="8897"/>
            <a:ext cx="9588762" cy="6858000"/>
            <a:chOff x="491575" y="0"/>
            <a:chExt cx="9588762" cy="6858000"/>
          </a:xfrm>
        </p:grpSpPr>
        <p:sp>
          <p:nvSpPr>
            <p:cNvPr id="1252" name="Google Shape;1252;p12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12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12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1255" name="Google Shape;125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6" name="Google Shape;1256;p12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257" name="Google Shape;1257;p12"/>
          <p:cNvGrpSpPr/>
          <p:nvPr/>
        </p:nvGrpSpPr>
        <p:grpSpPr>
          <a:xfrm>
            <a:off x="4354057" y="1382131"/>
            <a:ext cx="3197225" cy="668162"/>
            <a:chOff x="764723" y="2271038"/>
            <a:chExt cx="3197225" cy="668162"/>
          </a:xfrm>
        </p:grpSpPr>
        <p:sp>
          <p:nvSpPr>
            <p:cNvPr id="1258" name="Google Shape;1258;p12"/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12"/>
            <p:cNvSpPr txBox="1"/>
            <p:nvPr/>
          </p:nvSpPr>
          <p:spPr>
            <a:xfrm>
              <a:off x="1435200" y="227103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Spammer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will be caught in the first place</a:t>
              </a:r>
              <a:endParaRPr/>
            </a:p>
          </p:txBody>
        </p:sp>
      </p:grpSp>
      <p:pic>
        <p:nvPicPr>
          <p:cNvPr id="1260" name="Google Shape;1260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1260" y="1532399"/>
            <a:ext cx="408597" cy="41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1" name="Google Shape;1261;p12"/>
          <p:cNvGrpSpPr/>
          <p:nvPr/>
        </p:nvGrpSpPr>
        <p:grpSpPr>
          <a:xfrm>
            <a:off x="4354057" y="2365264"/>
            <a:ext cx="3437784" cy="662056"/>
            <a:chOff x="807320" y="3555165"/>
            <a:chExt cx="3145818" cy="662056"/>
          </a:xfrm>
        </p:grpSpPr>
        <p:sp>
          <p:nvSpPr>
            <p:cNvPr id="1262" name="Google Shape;1262;p12"/>
            <p:cNvSpPr/>
            <p:nvPr/>
          </p:nvSpPr>
          <p:spPr>
            <a:xfrm>
              <a:off x="807320" y="3555165"/>
              <a:ext cx="619459" cy="662056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12"/>
            <p:cNvSpPr txBox="1"/>
            <p:nvPr/>
          </p:nvSpPr>
          <p:spPr>
            <a:xfrm>
              <a:off x="1426390" y="3569317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 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 be recognized even after changing the SIM card’s number</a:t>
              </a:r>
              <a:endParaRPr/>
            </a:p>
          </p:txBody>
        </p:sp>
      </p:grpSp>
      <p:pic>
        <p:nvPicPr>
          <p:cNvPr id="1264" name="Google Shape;1264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4414219" y="2374768"/>
            <a:ext cx="601894" cy="601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5" name="Google Shape;1265;p12"/>
          <p:cNvGrpSpPr/>
          <p:nvPr/>
        </p:nvGrpSpPr>
        <p:grpSpPr>
          <a:xfrm>
            <a:off x="4368953" y="3377502"/>
            <a:ext cx="3193238" cy="1670129"/>
            <a:chOff x="768710" y="3817250"/>
            <a:chExt cx="3193238" cy="1670129"/>
          </a:xfrm>
        </p:grpSpPr>
        <p:sp>
          <p:nvSpPr>
            <p:cNvPr id="1266" name="Google Shape;1266;p12"/>
            <p:cNvSpPr/>
            <p:nvPr/>
          </p:nvSpPr>
          <p:spPr>
            <a:xfrm>
              <a:off x="768710" y="3817250"/>
              <a:ext cx="662056" cy="662056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12"/>
            <p:cNvSpPr txBox="1"/>
            <p:nvPr/>
          </p:nvSpPr>
          <p:spPr>
            <a:xfrm>
              <a:off x="1435200" y="484104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Recognizing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suspect’s vocal even in a noisy environment</a:t>
              </a:r>
              <a:endParaRPr/>
            </a:p>
          </p:txBody>
        </p:sp>
      </p:grpSp>
      <p:sp>
        <p:nvSpPr>
          <p:cNvPr id="1268" name="Google Shape;1268;p12"/>
          <p:cNvSpPr/>
          <p:nvPr/>
        </p:nvSpPr>
        <p:spPr>
          <a:xfrm>
            <a:off x="4354057" y="4365090"/>
            <a:ext cx="676952" cy="662056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9" name="Google Shape;1269;p1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02474" y="3463437"/>
            <a:ext cx="493160" cy="49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40896" y="4351456"/>
            <a:ext cx="689323" cy="6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2"/>
          <p:cNvSpPr txBox="1"/>
          <p:nvPr/>
        </p:nvSpPr>
        <p:spPr>
          <a:xfrm>
            <a:off x="5052322" y="3413812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speaker with a few seconds of speech</a:t>
            </a:r>
            <a:endParaRPr/>
          </a:p>
        </p:txBody>
      </p:sp>
      <p:grpSp>
        <p:nvGrpSpPr>
          <p:cNvPr id="1272" name="Google Shape;1272;p12"/>
          <p:cNvGrpSpPr/>
          <p:nvPr/>
        </p:nvGrpSpPr>
        <p:grpSpPr>
          <a:xfrm>
            <a:off x="1154494" y="4920"/>
            <a:ext cx="9884518" cy="6858000"/>
            <a:chOff x="883881" y="-753"/>
            <a:chExt cx="8760640" cy="6858000"/>
          </a:xfrm>
        </p:grpSpPr>
        <p:sp>
          <p:nvSpPr>
            <p:cNvPr id="1273" name="Google Shape;1273;p12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12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12"/>
            <p:cNvSpPr txBox="1"/>
            <p:nvPr/>
          </p:nvSpPr>
          <p:spPr>
            <a:xfrm rot="-5400000">
              <a:off x="8153633" y="3285552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1276" name="Google Shape;127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543080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7" name="Google Shape;1277;p12"/>
          <p:cNvGrpSpPr/>
          <p:nvPr/>
        </p:nvGrpSpPr>
        <p:grpSpPr>
          <a:xfrm>
            <a:off x="719480" y="6007"/>
            <a:ext cx="9950902" cy="6858000"/>
            <a:chOff x="-9337032" y="-16935"/>
            <a:chExt cx="9950902" cy="6858000"/>
          </a:xfrm>
        </p:grpSpPr>
        <p:sp>
          <p:nvSpPr>
            <p:cNvPr id="1278" name="Google Shape;1278;p12"/>
            <p:cNvSpPr/>
            <p:nvPr/>
          </p:nvSpPr>
          <p:spPr>
            <a:xfrm>
              <a:off x="-9337032" y="-16935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12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12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1281" name="Google Shape;128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2" name="Google Shape;1282;p12"/>
          <p:cNvGrpSpPr/>
          <p:nvPr/>
        </p:nvGrpSpPr>
        <p:grpSpPr>
          <a:xfrm>
            <a:off x="-2165123" y="7365"/>
            <a:ext cx="12509847" cy="6858000"/>
            <a:chOff x="-290920" y="0"/>
            <a:chExt cx="12509847" cy="6858000"/>
          </a:xfrm>
        </p:grpSpPr>
        <p:sp>
          <p:nvSpPr>
            <p:cNvPr id="1283" name="Google Shape;1283;p12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2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12"/>
            <p:cNvSpPr txBox="1"/>
            <p:nvPr/>
          </p:nvSpPr>
          <p:spPr>
            <a:xfrm rot="-5400000">
              <a:off x="10886630" y="3308650"/>
              <a:ext cx="22029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Safety Measure</a:t>
              </a:r>
              <a:endParaRPr/>
            </a:p>
          </p:txBody>
        </p:sp>
        <p:pic>
          <p:nvPicPr>
            <p:cNvPr id="1286" name="Google Shape;128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7" name="Google Shape;1287;p12"/>
          <p:cNvGrpSpPr/>
          <p:nvPr/>
        </p:nvGrpSpPr>
        <p:grpSpPr>
          <a:xfrm>
            <a:off x="-8552669" y="395"/>
            <a:ext cx="9588762" cy="6858000"/>
            <a:chOff x="491575" y="0"/>
            <a:chExt cx="9588762" cy="6858000"/>
          </a:xfrm>
        </p:grpSpPr>
        <p:sp>
          <p:nvSpPr>
            <p:cNvPr id="1288" name="Google Shape;1288;p12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12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12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1291" name="Google Shape;129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2" name="Google Shape;1292;p12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1293" name="Google Shape;1293;p12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2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12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1296" name="Google Shape;129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7" name="Google Shape;1297;p12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1298" name="Google Shape;1298;p12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12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12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1301" name="Google Shape;130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02" name="Google Shape;1302;p12"/>
          <p:cNvCxnSpPr>
            <a:stCxn id="1303" idx="6"/>
            <a:endCxn id="1304" idx="2"/>
          </p:cNvCxnSpPr>
          <p:nvPr/>
        </p:nvCxnSpPr>
        <p:spPr>
          <a:xfrm>
            <a:off x="2851566" y="2907143"/>
            <a:ext cx="2454300" cy="2400"/>
          </a:xfrm>
          <a:prstGeom prst="straightConnector1">
            <a:avLst/>
          </a:prstGeom>
          <a:noFill/>
          <a:ln cap="flat" cmpd="sng" w="285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05" name="Google Shape;1305;p12"/>
          <p:cNvGrpSpPr/>
          <p:nvPr/>
        </p:nvGrpSpPr>
        <p:grpSpPr>
          <a:xfrm>
            <a:off x="2640472" y="2801596"/>
            <a:ext cx="211094" cy="211094"/>
            <a:chOff x="1677812" y="4248152"/>
            <a:chExt cx="211094" cy="211094"/>
          </a:xfrm>
        </p:grpSpPr>
        <p:sp>
          <p:nvSpPr>
            <p:cNvPr id="1303" name="Google Shape;1303;p12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12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07" name="Google Shape;1307;p12"/>
          <p:cNvCxnSpPr>
            <a:stCxn id="1308" idx="6"/>
            <a:endCxn id="1309" idx="2"/>
          </p:cNvCxnSpPr>
          <p:nvPr/>
        </p:nvCxnSpPr>
        <p:spPr>
          <a:xfrm flipH="1" rot="10800000">
            <a:off x="5486772" y="2907241"/>
            <a:ext cx="2485800" cy="2400"/>
          </a:xfrm>
          <a:prstGeom prst="straightConnector1">
            <a:avLst/>
          </a:prstGeom>
          <a:noFill/>
          <a:ln cap="flat" cmpd="sng" w="28575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10" name="Google Shape;1310;p12"/>
          <p:cNvGrpSpPr/>
          <p:nvPr/>
        </p:nvGrpSpPr>
        <p:grpSpPr>
          <a:xfrm>
            <a:off x="5305966" y="2804094"/>
            <a:ext cx="211094" cy="211094"/>
            <a:chOff x="3855819" y="4248152"/>
            <a:chExt cx="211094" cy="211094"/>
          </a:xfrm>
        </p:grpSpPr>
        <p:sp>
          <p:nvSpPr>
            <p:cNvPr id="1304" name="Google Shape;1304;p12"/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12"/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E8D8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1" name="Google Shape;1311;p12"/>
          <p:cNvGrpSpPr/>
          <p:nvPr/>
        </p:nvGrpSpPr>
        <p:grpSpPr>
          <a:xfrm>
            <a:off x="7972641" y="2801596"/>
            <a:ext cx="211094" cy="211094"/>
            <a:chOff x="5973250" y="4248152"/>
            <a:chExt cx="211094" cy="211094"/>
          </a:xfrm>
        </p:grpSpPr>
        <p:sp>
          <p:nvSpPr>
            <p:cNvPr id="1309" name="Google Shape;1309;p12"/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12"/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3" name="Google Shape;1313;p12"/>
          <p:cNvSpPr/>
          <p:nvPr/>
        </p:nvSpPr>
        <p:spPr>
          <a:xfrm>
            <a:off x="2259888" y="1775547"/>
            <a:ext cx="968968" cy="987114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4" name="Google Shape;1314;p1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59866" y="1976685"/>
            <a:ext cx="588063" cy="65638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12"/>
          <p:cNvSpPr txBox="1"/>
          <p:nvPr/>
        </p:nvSpPr>
        <p:spPr>
          <a:xfrm>
            <a:off x="1601494" y="3030640"/>
            <a:ext cx="22890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Incoming Call</a:t>
            </a:r>
            <a:endParaRPr/>
          </a:p>
        </p:txBody>
      </p:sp>
      <p:sp>
        <p:nvSpPr>
          <p:cNvPr id="1316" name="Google Shape;1316;p12"/>
          <p:cNvSpPr txBox="1"/>
          <p:nvPr/>
        </p:nvSpPr>
        <p:spPr>
          <a:xfrm>
            <a:off x="1219383" y="3462191"/>
            <a:ext cx="304814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only works for unknown numbers, which helps to prevent anyone, from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complaining against an innocent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no reason</a:t>
            </a:r>
            <a:endParaRPr/>
          </a:p>
        </p:txBody>
      </p:sp>
      <p:sp>
        <p:nvSpPr>
          <p:cNvPr id="1317" name="Google Shape;1317;p12"/>
          <p:cNvSpPr/>
          <p:nvPr/>
        </p:nvSpPr>
        <p:spPr>
          <a:xfrm>
            <a:off x="4927998" y="1780667"/>
            <a:ext cx="968968" cy="987114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8" name="Google Shape;1318;p1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122768" y="1981597"/>
            <a:ext cx="598730" cy="59873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12"/>
          <p:cNvSpPr txBox="1"/>
          <p:nvPr/>
        </p:nvSpPr>
        <p:spPr>
          <a:xfrm>
            <a:off x="4260259" y="2970653"/>
            <a:ext cx="2289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Threshold of Spam Reports</a:t>
            </a:r>
            <a:endParaRPr/>
          </a:p>
        </p:txBody>
      </p:sp>
      <p:sp>
        <p:nvSpPr>
          <p:cNvPr id="1320" name="Google Shape;1320;p12"/>
          <p:cNvSpPr txBox="1"/>
          <p:nvPr/>
        </p:nvSpPr>
        <p:spPr>
          <a:xfrm>
            <a:off x="3849252" y="3820302"/>
            <a:ext cx="304814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number of spam reports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exceed the threshold everyone will be notified. Otherwise, notification will be sent to those users who complained before.</a:t>
            </a:r>
            <a:endParaRPr/>
          </a:p>
        </p:txBody>
      </p:sp>
      <p:sp>
        <p:nvSpPr>
          <p:cNvPr id="1321" name="Google Shape;1321;p12"/>
          <p:cNvSpPr/>
          <p:nvPr/>
        </p:nvSpPr>
        <p:spPr>
          <a:xfrm>
            <a:off x="7593703" y="1785883"/>
            <a:ext cx="968968" cy="987114"/>
          </a:xfrm>
          <a:prstGeom prst="ellipse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2" name="Google Shape;1322;p1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690353" y="1878755"/>
            <a:ext cx="756619" cy="75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12"/>
          <p:cNvSpPr txBox="1"/>
          <p:nvPr/>
        </p:nvSpPr>
        <p:spPr>
          <a:xfrm>
            <a:off x="6925079" y="2940432"/>
            <a:ext cx="2289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Storing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IMEI number </a:t>
            </a:r>
            <a:endParaRPr/>
          </a:p>
        </p:txBody>
      </p:sp>
      <p:sp>
        <p:nvSpPr>
          <p:cNvPr id="1324" name="Google Shape;1324;p12"/>
          <p:cNvSpPr txBox="1"/>
          <p:nvPr/>
        </p:nvSpPr>
        <p:spPr>
          <a:xfrm>
            <a:off x="6554117" y="3791715"/>
            <a:ext cx="30481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Prevents more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 one complaint from the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user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9" name="Google Shape;1329;p13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1330" name="Google Shape;1330;p13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13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13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13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13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13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6" name="Google Shape;1336;p13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13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1338" name="Google Shape;1338;p13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339" name="Google Shape;1339;p13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1340" name="Google Shape;1340;p13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13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3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1343" name="Google Shape;134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4" name="Google Shape;1344;p13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13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1346" name="Google Shape;13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8" name="Google Shape;1348;p13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1349" name="Google Shape;1349;p13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3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3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1352" name="Google Shape;135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3" name="Google Shape;1353;p13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13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13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6" name="Google Shape;135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7" name="Google Shape;1357;p13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1358" name="Google Shape;1358;p13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3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1360" name="Google Shape;1360;p13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13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2" name="Google Shape;136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3" name="Google Shape;1363;p13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1364" name="Google Shape;1364;p13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3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1366" name="Google Shape;1366;p13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67" name="Google Shape;1367;p13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1368" name="Google Shape;1368;p13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3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1370" name="Google Shape;137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71" name="Google Shape;1371;p13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1372" name="Google Shape;1372;p13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13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1374" name="Google Shape;1374;p13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1375" name="Google Shape;1375;p13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1376" name="Google Shape;1376;p13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1377" name="Google Shape;1377;p13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1378" name="Google Shape;1378;p13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9" name="Google Shape;137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80" name="Google Shape;1380;p13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1381" name="Google Shape;1381;p13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3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1383" name="Google Shape;1383;p13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1384" name="Google Shape;1384;p13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5" name="Google Shape;1385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86" name="Google Shape;1386;p13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1387" name="Google Shape;1387;p13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13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1389" name="Google Shape;1389;p13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1390" name="Google Shape;1390;p13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1" name="Google Shape;1391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92" name="Google Shape;1392;p13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1393" name="Google Shape;1393;p13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3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1395" name="Google Shape;1395;p13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1396" name="Google Shape;1396;p13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397" name="Google Shape;1397;p13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1398" name="Google Shape;1398;p13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13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3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1401" name="Google Shape;140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2" name="Google Shape;1402;p13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1403" name="Google Shape;1403;p13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3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1405" name="Google Shape;1405;p13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1406" name="Google Shape;1406;p13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13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1408" name="Google Shape;1408;p13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1409" name="Google Shape;1409;p13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13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1411" name="Google Shape;1411;p13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13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13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13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1415" name="Google Shape;1415;p13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1416" name="Google Shape;1416;p13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  <p:grpSp>
        <p:nvGrpSpPr>
          <p:cNvPr id="1417" name="Google Shape;1417;p13"/>
          <p:cNvGrpSpPr/>
          <p:nvPr/>
        </p:nvGrpSpPr>
        <p:grpSpPr>
          <a:xfrm>
            <a:off x="1705897" y="8897"/>
            <a:ext cx="9588762" cy="6858000"/>
            <a:chOff x="491575" y="0"/>
            <a:chExt cx="9588762" cy="6858000"/>
          </a:xfrm>
        </p:grpSpPr>
        <p:sp>
          <p:nvSpPr>
            <p:cNvPr id="1418" name="Google Shape;1418;p13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3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13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1421" name="Google Shape;142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2" name="Google Shape;1422;p13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423" name="Google Shape;1423;p13"/>
          <p:cNvGrpSpPr/>
          <p:nvPr/>
        </p:nvGrpSpPr>
        <p:grpSpPr>
          <a:xfrm>
            <a:off x="4354057" y="1382131"/>
            <a:ext cx="3197225" cy="668162"/>
            <a:chOff x="764723" y="2271038"/>
            <a:chExt cx="3197225" cy="668162"/>
          </a:xfrm>
        </p:grpSpPr>
        <p:sp>
          <p:nvSpPr>
            <p:cNvPr id="1424" name="Google Shape;1424;p13"/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3"/>
            <p:cNvSpPr txBox="1"/>
            <p:nvPr/>
          </p:nvSpPr>
          <p:spPr>
            <a:xfrm>
              <a:off x="1435200" y="227103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Spammer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will be caught in the first place</a:t>
              </a:r>
              <a:endParaRPr/>
            </a:p>
          </p:txBody>
        </p:sp>
      </p:grpSp>
      <p:pic>
        <p:nvPicPr>
          <p:cNvPr id="1426" name="Google Shape;142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1260" y="1532399"/>
            <a:ext cx="408597" cy="41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7" name="Google Shape;1427;p13"/>
          <p:cNvGrpSpPr/>
          <p:nvPr/>
        </p:nvGrpSpPr>
        <p:grpSpPr>
          <a:xfrm>
            <a:off x="4354057" y="2365264"/>
            <a:ext cx="3437784" cy="662056"/>
            <a:chOff x="807320" y="3555165"/>
            <a:chExt cx="3145818" cy="662056"/>
          </a:xfrm>
        </p:grpSpPr>
        <p:sp>
          <p:nvSpPr>
            <p:cNvPr id="1428" name="Google Shape;1428;p13"/>
            <p:cNvSpPr/>
            <p:nvPr/>
          </p:nvSpPr>
          <p:spPr>
            <a:xfrm>
              <a:off x="807320" y="3555165"/>
              <a:ext cx="619459" cy="662056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3"/>
            <p:cNvSpPr txBox="1"/>
            <p:nvPr/>
          </p:nvSpPr>
          <p:spPr>
            <a:xfrm>
              <a:off x="1426390" y="3569317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 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 be recognized even after changing the SIM card’s number</a:t>
              </a:r>
              <a:endParaRPr/>
            </a:p>
          </p:txBody>
        </p:sp>
      </p:grpSp>
      <p:pic>
        <p:nvPicPr>
          <p:cNvPr id="1430" name="Google Shape;1430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4414219" y="2374768"/>
            <a:ext cx="601894" cy="601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1" name="Google Shape;1431;p13"/>
          <p:cNvGrpSpPr/>
          <p:nvPr/>
        </p:nvGrpSpPr>
        <p:grpSpPr>
          <a:xfrm>
            <a:off x="4368953" y="3377502"/>
            <a:ext cx="3193238" cy="1670129"/>
            <a:chOff x="768710" y="3817250"/>
            <a:chExt cx="3193238" cy="1670129"/>
          </a:xfrm>
        </p:grpSpPr>
        <p:sp>
          <p:nvSpPr>
            <p:cNvPr id="1432" name="Google Shape;1432;p13"/>
            <p:cNvSpPr/>
            <p:nvPr/>
          </p:nvSpPr>
          <p:spPr>
            <a:xfrm>
              <a:off x="768710" y="3817250"/>
              <a:ext cx="662056" cy="662056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3"/>
            <p:cNvSpPr txBox="1"/>
            <p:nvPr/>
          </p:nvSpPr>
          <p:spPr>
            <a:xfrm>
              <a:off x="1435200" y="484104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Recognizing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suspect’s vocal even in a noisy environment</a:t>
              </a:r>
              <a:endParaRPr/>
            </a:p>
          </p:txBody>
        </p:sp>
      </p:grpSp>
      <p:sp>
        <p:nvSpPr>
          <p:cNvPr id="1434" name="Google Shape;1434;p13"/>
          <p:cNvSpPr/>
          <p:nvPr/>
        </p:nvSpPr>
        <p:spPr>
          <a:xfrm>
            <a:off x="4354057" y="4365090"/>
            <a:ext cx="676952" cy="662056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5" name="Google Shape;1435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02474" y="3463437"/>
            <a:ext cx="493160" cy="49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40896" y="4351456"/>
            <a:ext cx="689323" cy="6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13"/>
          <p:cNvSpPr txBox="1"/>
          <p:nvPr/>
        </p:nvSpPr>
        <p:spPr>
          <a:xfrm>
            <a:off x="5052322" y="3413812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speaker with a few seconds of speech</a:t>
            </a:r>
            <a:endParaRPr/>
          </a:p>
        </p:txBody>
      </p:sp>
      <p:grpSp>
        <p:nvGrpSpPr>
          <p:cNvPr id="1438" name="Google Shape;1438;p13"/>
          <p:cNvGrpSpPr/>
          <p:nvPr/>
        </p:nvGrpSpPr>
        <p:grpSpPr>
          <a:xfrm>
            <a:off x="1154494" y="4920"/>
            <a:ext cx="9884518" cy="6858000"/>
            <a:chOff x="883881" y="-753"/>
            <a:chExt cx="8760640" cy="6858000"/>
          </a:xfrm>
        </p:grpSpPr>
        <p:sp>
          <p:nvSpPr>
            <p:cNvPr id="1439" name="Google Shape;1439;p13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3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3"/>
            <p:cNvSpPr txBox="1"/>
            <p:nvPr/>
          </p:nvSpPr>
          <p:spPr>
            <a:xfrm rot="-5400000">
              <a:off x="8153633" y="3285552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1442" name="Google Shape;144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543080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3" name="Google Shape;1443;p13"/>
          <p:cNvGrpSpPr/>
          <p:nvPr/>
        </p:nvGrpSpPr>
        <p:grpSpPr>
          <a:xfrm>
            <a:off x="719480" y="6007"/>
            <a:ext cx="9950902" cy="6858000"/>
            <a:chOff x="-9337032" y="-16935"/>
            <a:chExt cx="9950902" cy="6858000"/>
          </a:xfrm>
        </p:grpSpPr>
        <p:sp>
          <p:nvSpPr>
            <p:cNvPr id="1444" name="Google Shape;1444;p13"/>
            <p:cNvSpPr/>
            <p:nvPr/>
          </p:nvSpPr>
          <p:spPr>
            <a:xfrm>
              <a:off x="-9337032" y="-16935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3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3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1447" name="Google Shape;144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8" name="Google Shape;1448;p13"/>
          <p:cNvGrpSpPr/>
          <p:nvPr/>
        </p:nvGrpSpPr>
        <p:grpSpPr>
          <a:xfrm>
            <a:off x="-2165123" y="7365"/>
            <a:ext cx="12509847" cy="6858000"/>
            <a:chOff x="-290920" y="0"/>
            <a:chExt cx="12509847" cy="6858000"/>
          </a:xfrm>
        </p:grpSpPr>
        <p:sp>
          <p:nvSpPr>
            <p:cNvPr id="1449" name="Google Shape;1449;p13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3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13"/>
            <p:cNvSpPr txBox="1"/>
            <p:nvPr/>
          </p:nvSpPr>
          <p:spPr>
            <a:xfrm rot="-5400000">
              <a:off x="10886630" y="3308650"/>
              <a:ext cx="22029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Safety Measure</a:t>
              </a:r>
              <a:endParaRPr/>
            </a:p>
          </p:txBody>
        </p:sp>
        <p:pic>
          <p:nvPicPr>
            <p:cNvPr id="1452" name="Google Shape;145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53" name="Google Shape;1453;p13"/>
          <p:cNvCxnSpPr>
            <a:stCxn id="1454" idx="6"/>
            <a:endCxn id="1455" idx="2"/>
          </p:cNvCxnSpPr>
          <p:nvPr/>
        </p:nvCxnSpPr>
        <p:spPr>
          <a:xfrm>
            <a:off x="2851566" y="2907143"/>
            <a:ext cx="2454300" cy="2400"/>
          </a:xfrm>
          <a:prstGeom prst="straightConnector1">
            <a:avLst/>
          </a:prstGeom>
          <a:noFill/>
          <a:ln cap="flat" cmpd="sng" w="285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56" name="Google Shape;1456;p13"/>
          <p:cNvGrpSpPr/>
          <p:nvPr/>
        </p:nvGrpSpPr>
        <p:grpSpPr>
          <a:xfrm>
            <a:off x="2640472" y="2801596"/>
            <a:ext cx="211094" cy="211094"/>
            <a:chOff x="1677812" y="4248152"/>
            <a:chExt cx="211094" cy="211094"/>
          </a:xfrm>
        </p:grpSpPr>
        <p:sp>
          <p:nvSpPr>
            <p:cNvPr id="1454" name="Google Shape;1454;p13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13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8" name="Google Shape;1458;p13"/>
          <p:cNvCxnSpPr>
            <a:stCxn id="1459" idx="6"/>
            <a:endCxn id="1460" idx="2"/>
          </p:cNvCxnSpPr>
          <p:nvPr/>
        </p:nvCxnSpPr>
        <p:spPr>
          <a:xfrm flipH="1" rot="10800000">
            <a:off x="5486772" y="2907241"/>
            <a:ext cx="2485800" cy="2400"/>
          </a:xfrm>
          <a:prstGeom prst="straightConnector1">
            <a:avLst/>
          </a:prstGeom>
          <a:noFill/>
          <a:ln cap="flat" cmpd="sng" w="28575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61" name="Google Shape;1461;p13"/>
          <p:cNvGrpSpPr/>
          <p:nvPr/>
        </p:nvGrpSpPr>
        <p:grpSpPr>
          <a:xfrm>
            <a:off x="5305966" y="2804094"/>
            <a:ext cx="211094" cy="211094"/>
            <a:chOff x="3855819" y="4248152"/>
            <a:chExt cx="211094" cy="211094"/>
          </a:xfrm>
        </p:grpSpPr>
        <p:sp>
          <p:nvSpPr>
            <p:cNvPr id="1455" name="Google Shape;1455;p13"/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3"/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E8D8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2" name="Google Shape;1462;p13"/>
          <p:cNvGrpSpPr/>
          <p:nvPr/>
        </p:nvGrpSpPr>
        <p:grpSpPr>
          <a:xfrm>
            <a:off x="7972641" y="2801596"/>
            <a:ext cx="211094" cy="211094"/>
            <a:chOff x="5973250" y="4248152"/>
            <a:chExt cx="211094" cy="211094"/>
          </a:xfrm>
        </p:grpSpPr>
        <p:sp>
          <p:nvSpPr>
            <p:cNvPr id="1460" name="Google Shape;1460;p13"/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3"/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4" name="Google Shape;1464;p13"/>
          <p:cNvSpPr/>
          <p:nvPr/>
        </p:nvSpPr>
        <p:spPr>
          <a:xfrm>
            <a:off x="2259888" y="1775547"/>
            <a:ext cx="968968" cy="987114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5" name="Google Shape;1465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59866" y="1976685"/>
            <a:ext cx="588063" cy="6563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3"/>
          <p:cNvSpPr txBox="1"/>
          <p:nvPr/>
        </p:nvSpPr>
        <p:spPr>
          <a:xfrm>
            <a:off x="1601494" y="3030640"/>
            <a:ext cx="22890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Incoming Call</a:t>
            </a:r>
            <a:endParaRPr/>
          </a:p>
        </p:txBody>
      </p:sp>
      <p:sp>
        <p:nvSpPr>
          <p:cNvPr id="1467" name="Google Shape;1467;p13"/>
          <p:cNvSpPr txBox="1"/>
          <p:nvPr/>
        </p:nvSpPr>
        <p:spPr>
          <a:xfrm>
            <a:off x="1219383" y="3462191"/>
            <a:ext cx="304814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only works for unknown numbers, which helps to prevent anyone, from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complaining against an innocent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no reason</a:t>
            </a:r>
            <a:endParaRPr/>
          </a:p>
        </p:txBody>
      </p:sp>
      <p:sp>
        <p:nvSpPr>
          <p:cNvPr id="1468" name="Google Shape;1468;p13"/>
          <p:cNvSpPr/>
          <p:nvPr/>
        </p:nvSpPr>
        <p:spPr>
          <a:xfrm>
            <a:off x="4927998" y="1780667"/>
            <a:ext cx="968968" cy="987114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9" name="Google Shape;1469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122768" y="1981597"/>
            <a:ext cx="598730" cy="598730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3"/>
          <p:cNvSpPr txBox="1"/>
          <p:nvPr/>
        </p:nvSpPr>
        <p:spPr>
          <a:xfrm>
            <a:off x="4260259" y="2970653"/>
            <a:ext cx="2289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Threshold of Spam Reports</a:t>
            </a:r>
            <a:endParaRPr/>
          </a:p>
        </p:txBody>
      </p:sp>
      <p:sp>
        <p:nvSpPr>
          <p:cNvPr id="1471" name="Google Shape;1471;p13"/>
          <p:cNvSpPr txBox="1"/>
          <p:nvPr/>
        </p:nvSpPr>
        <p:spPr>
          <a:xfrm>
            <a:off x="3849252" y="3820302"/>
            <a:ext cx="304814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number of spam reports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exceed the threshold everyone will be notified. Otherwise, notification will be sent to those users who complained before.</a:t>
            </a:r>
            <a:endParaRPr/>
          </a:p>
        </p:txBody>
      </p:sp>
      <p:sp>
        <p:nvSpPr>
          <p:cNvPr id="1472" name="Google Shape;1472;p13"/>
          <p:cNvSpPr/>
          <p:nvPr/>
        </p:nvSpPr>
        <p:spPr>
          <a:xfrm>
            <a:off x="7593703" y="1785883"/>
            <a:ext cx="968968" cy="987114"/>
          </a:xfrm>
          <a:prstGeom prst="ellipse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3" name="Google Shape;1473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690353" y="1878755"/>
            <a:ext cx="756619" cy="75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13"/>
          <p:cNvSpPr txBox="1"/>
          <p:nvPr/>
        </p:nvSpPr>
        <p:spPr>
          <a:xfrm>
            <a:off x="6925079" y="2940432"/>
            <a:ext cx="2289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Storing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IMEI number </a:t>
            </a:r>
            <a:endParaRPr/>
          </a:p>
        </p:txBody>
      </p:sp>
      <p:sp>
        <p:nvSpPr>
          <p:cNvPr id="1475" name="Google Shape;1475;p13"/>
          <p:cNvSpPr txBox="1"/>
          <p:nvPr/>
        </p:nvSpPr>
        <p:spPr>
          <a:xfrm>
            <a:off x="6554117" y="3791715"/>
            <a:ext cx="30481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Prevents more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 one complaint from the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user</a:t>
            </a:r>
            <a:endParaRPr/>
          </a:p>
        </p:txBody>
      </p:sp>
      <p:grpSp>
        <p:nvGrpSpPr>
          <p:cNvPr id="1476" name="Google Shape;1476;p13"/>
          <p:cNvGrpSpPr/>
          <p:nvPr/>
        </p:nvGrpSpPr>
        <p:grpSpPr>
          <a:xfrm>
            <a:off x="415712" y="8862"/>
            <a:ext cx="9588762" cy="6858000"/>
            <a:chOff x="491575" y="0"/>
            <a:chExt cx="9588762" cy="6858000"/>
          </a:xfrm>
        </p:grpSpPr>
        <p:sp>
          <p:nvSpPr>
            <p:cNvPr id="1477" name="Google Shape;1477;p13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13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13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1480" name="Google Shape;148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1" name="Google Shape;1481;p13"/>
          <p:cNvGrpSpPr/>
          <p:nvPr/>
        </p:nvGrpSpPr>
        <p:grpSpPr>
          <a:xfrm>
            <a:off x="-8908057" y="4685"/>
            <a:ext cx="9579033" cy="6858000"/>
            <a:chOff x="491575" y="0"/>
            <a:chExt cx="9579033" cy="6858000"/>
          </a:xfrm>
        </p:grpSpPr>
        <p:sp>
          <p:nvSpPr>
            <p:cNvPr id="1482" name="Google Shape;1482;p13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13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13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1485" name="Google Shape;148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6" name="Google Shape;1486;p13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1487" name="Google Shape;1487;p13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13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13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1490" name="Google Shape;149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91" name="Google Shape;1491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77447" y="756734"/>
            <a:ext cx="3362990" cy="3362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13"/>
          <p:cNvSpPr txBox="1"/>
          <p:nvPr/>
        </p:nvSpPr>
        <p:spPr>
          <a:xfrm>
            <a:off x="3914417" y="4432077"/>
            <a:ext cx="22890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Processing Time</a:t>
            </a:r>
            <a:endParaRPr/>
          </a:p>
        </p:txBody>
      </p:sp>
      <p:sp>
        <p:nvSpPr>
          <p:cNvPr id="1493" name="Google Shape;1493;p13"/>
          <p:cNvSpPr txBox="1"/>
          <p:nvPr/>
        </p:nvSpPr>
        <p:spPr>
          <a:xfrm>
            <a:off x="3512305" y="5060097"/>
            <a:ext cx="305190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many methods are used to find specific voices,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 it might take a while. 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1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750"/>
                                        <p:tgtEl>
                                          <p:spTgt spid="1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8" name="Google Shape;1498;p14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1499" name="Google Shape;1499;p14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14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14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14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14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14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5" name="Google Shape;1505;p14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14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1507" name="Google Shape;1507;p14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508" name="Google Shape;1508;p14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1509" name="Google Shape;1509;p14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14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1512" name="Google Shape;151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3" name="Google Shape;1513;p14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14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1515" name="Google Shape;15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" name="Google Shape;151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7" name="Google Shape;1517;p14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1518" name="Google Shape;1518;p14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4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14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1521" name="Google Shape;152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2" name="Google Shape;1522;p14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14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14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5" name="Google Shape;152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6" name="Google Shape;1526;p14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1527" name="Google Shape;1527;p14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14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1529" name="Google Shape;1529;p14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14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1" name="Google Shape;153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2" name="Google Shape;1532;p14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1533" name="Google Shape;1533;p14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14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1535" name="Google Shape;1535;p14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536" name="Google Shape;1536;p14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1537" name="Google Shape;1537;p14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14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1539" name="Google Shape;153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540" name="Google Shape;1540;p14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1541" name="Google Shape;1541;p14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4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1543" name="Google Shape;1543;p14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1544" name="Google Shape;1544;p14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1545" name="Google Shape;1545;p14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1546" name="Google Shape;1546;p14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1547" name="Google Shape;1547;p14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8" name="Google Shape;154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549" name="Google Shape;1549;p14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1550" name="Google Shape;1550;p14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4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1552" name="Google Shape;1552;p14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1553" name="Google Shape;1553;p14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4" name="Google Shape;155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555" name="Google Shape;1555;p14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1556" name="Google Shape;1556;p14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4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1558" name="Google Shape;1558;p14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1559" name="Google Shape;1559;p14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0" name="Google Shape;1560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561" name="Google Shape;1561;p14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1562" name="Google Shape;1562;p14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14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1564" name="Google Shape;1564;p14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1565" name="Google Shape;1565;p14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566" name="Google Shape;1566;p14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1567" name="Google Shape;1567;p14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14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4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1570" name="Google Shape;157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1" name="Google Shape;1571;p14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1572" name="Google Shape;1572;p14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14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1574" name="Google Shape;1574;p14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1575" name="Google Shape;1575;p14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14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1577" name="Google Shape;1577;p14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1578" name="Google Shape;1578;p14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14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1580" name="Google Shape;1580;p14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14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14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14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1584" name="Google Shape;1584;p14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1585" name="Google Shape;1585;p14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  <p:grpSp>
        <p:nvGrpSpPr>
          <p:cNvPr id="1586" name="Google Shape;1586;p14"/>
          <p:cNvGrpSpPr/>
          <p:nvPr/>
        </p:nvGrpSpPr>
        <p:grpSpPr>
          <a:xfrm>
            <a:off x="1705897" y="8897"/>
            <a:ext cx="9588762" cy="6858000"/>
            <a:chOff x="491575" y="0"/>
            <a:chExt cx="9588762" cy="6858000"/>
          </a:xfrm>
        </p:grpSpPr>
        <p:sp>
          <p:nvSpPr>
            <p:cNvPr id="1587" name="Google Shape;1587;p14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14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14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1590" name="Google Shape;159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1" name="Google Shape;1591;p14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592" name="Google Shape;1592;p14"/>
          <p:cNvGrpSpPr/>
          <p:nvPr/>
        </p:nvGrpSpPr>
        <p:grpSpPr>
          <a:xfrm>
            <a:off x="4354057" y="1382131"/>
            <a:ext cx="3197225" cy="668162"/>
            <a:chOff x="764723" y="2271038"/>
            <a:chExt cx="3197225" cy="668162"/>
          </a:xfrm>
        </p:grpSpPr>
        <p:sp>
          <p:nvSpPr>
            <p:cNvPr id="1593" name="Google Shape;1593;p14"/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4"/>
            <p:cNvSpPr txBox="1"/>
            <p:nvPr/>
          </p:nvSpPr>
          <p:spPr>
            <a:xfrm>
              <a:off x="1435200" y="227103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Spammer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will be caught in the first place</a:t>
              </a:r>
              <a:endParaRPr/>
            </a:p>
          </p:txBody>
        </p:sp>
      </p:grpSp>
      <p:pic>
        <p:nvPicPr>
          <p:cNvPr id="1595" name="Google Shape;159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1260" y="1532399"/>
            <a:ext cx="408597" cy="41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6" name="Google Shape;1596;p14"/>
          <p:cNvGrpSpPr/>
          <p:nvPr/>
        </p:nvGrpSpPr>
        <p:grpSpPr>
          <a:xfrm>
            <a:off x="4354057" y="2365264"/>
            <a:ext cx="3437784" cy="662056"/>
            <a:chOff x="807320" y="3555165"/>
            <a:chExt cx="3145818" cy="662056"/>
          </a:xfrm>
        </p:grpSpPr>
        <p:sp>
          <p:nvSpPr>
            <p:cNvPr id="1597" name="Google Shape;1597;p14"/>
            <p:cNvSpPr/>
            <p:nvPr/>
          </p:nvSpPr>
          <p:spPr>
            <a:xfrm>
              <a:off x="807320" y="3555165"/>
              <a:ext cx="619459" cy="662056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14"/>
            <p:cNvSpPr txBox="1"/>
            <p:nvPr/>
          </p:nvSpPr>
          <p:spPr>
            <a:xfrm>
              <a:off x="1426390" y="3569317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 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 be recognized even after changing the SIM card’s number</a:t>
              </a:r>
              <a:endParaRPr/>
            </a:p>
          </p:txBody>
        </p:sp>
      </p:grpSp>
      <p:pic>
        <p:nvPicPr>
          <p:cNvPr id="1599" name="Google Shape;1599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4414219" y="2374768"/>
            <a:ext cx="601894" cy="601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0" name="Google Shape;1600;p14"/>
          <p:cNvGrpSpPr/>
          <p:nvPr/>
        </p:nvGrpSpPr>
        <p:grpSpPr>
          <a:xfrm>
            <a:off x="4368953" y="3377502"/>
            <a:ext cx="3193238" cy="1670129"/>
            <a:chOff x="768710" y="3817250"/>
            <a:chExt cx="3193238" cy="1670129"/>
          </a:xfrm>
        </p:grpSpPr>
        <p:sp>
          <p:nvSpPr>
            <p:cNvPr id="1601" name="Google Shape;1601;p14"/>
            <p:cNvSpPr/>
            <p:nvPr/>
          </p:nvSpPr>
          <p:spPr>
            <a:xfrm>
              <a:off x="768710" y="3817250"/>
              <a:ext cx="662056" cy="662056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14"/>
            <p:cNvSpPr txBox="1"/>
            <p:nvPr/>
          </p:nvSpPr>
          <p:spPr>
            <a:xfrm>
              <a:off x="1435200" y="484104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Recognizing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suspect’s vocal even in a noisy environment</a:t>
              </a:r>
              <a:endParaRPr/>
            </a:p>
          </p:txBody>
        </p:sp>
      </p:grpSp>
      <p:sp>
        <p:nvSpPr>
          <p:cNvPr id="1603" name="Google Shape;1603;p14"/>
          <p:cNvSpPr/>
          <p:nvPr/>
        </p:nvSpPr>
        <p:spPr>
          <a:xfrm>
            <a:off x="4354057" y="4365090"/>
            <a:ext cx="676952" cy="662056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4" name="Google Shape;1604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02474" y="3463437"/>
            <a:ext cx="493160" cy="49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5" name="Google Shape;1605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40896" y="4351456"/>
            <a:ext cx="689323" cy="6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4"/>
          <p:cNvSpPr txBox="1"/>
          <p:nvPr/>
        </p:nvSpPr>
        <p:spPr>
          <a:xfrm>
            <a:off x="5052322" y="3413812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speaker with a few seconds of speech</a:t>
            </a:r>
            <a:endParaRPr/>
          </a:p>
        </p:txBody>
      </p:sp>
      <p:grpSp>
        <p:nvGrpSpPr>
          <p:cNvPr id="1607" name="Google Shape;1607;p14"/>
          <p:cNvGrpSpPr/>
          <p:nvPr/>
        </p:nvGrpSpPr>
        <p:grpSpPr>
          <a:xfrm>
            <a:off x="1154494" y="4920"/>
            <a:ext cx="9884518" cy="6858000"/>
            <a:chOff x="883881" y="-753"/>
            <a:chExt cx="8760640" cy="6858000"/>
          </a:xfrm>
        </p:grpSpPr>
        <p:sp>
          <p:nvSpPr>
            <p:cNvPr id="1608" name="Google Shape;1608;p14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14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14"/>
            <p:cNvSpPr txBox="1"/>
            <p:nvPr/>
          </p:nvSpPr>
          <p:spPr>
            <a:xfrm rot="-5400000">
              <a:off x="8153633" y="3285552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1611" name="Google Shape;161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543080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2" name="Google Shape;1612;p14"/>
          <p:cNvGrpSpPr/>
          <p:nvPr/>
        </p:nvGrpSpPr>
        <p:grpSpPr>
          <a:xfrm>
            <a:off x="719480" y="6007"/>
            <a:ext cx="9950902" cy="6858000"/>
            <a:chOff x="-9337032" y="-16935"/>
            <a:chExt cx="9950902" cy="6858000"/>
          </a:xfrm>
        </p:grpSpPr>
        <p:sp>
          <p:nvSpPr>
            <p:cNvPr id="1613" name="Google Shape;1613;p14"/>
            <p:cNvSpPr/>
            <p:nvPr/>
          </p:nvSpPr>
          <p:spPr>
            <a:xfrm>
              <a:off x="-9337032" y="-16935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14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14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1616" name="Google Shape;161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7" name="Google Shape;1617;p14"/>
          <p:cNvGrpSpPr/>
          <p:nvPr/>
        </p:nvGrpSpPr>
        <p:grpSpPr>
          <a:xfrm>
            <a:off x="-2165123" y="7365"/>
            <a:ext cx="12509847" cy="6858000"/>
            <a:chOff x="-290920" y="0"/>
            <a:chExt cx="12509847" cy="6858000"/>
          </a:xfrm>
        </p:grpSpPr>
        <p:sp>
          <p:nvSpPr>
            <p:cNvPr id="1618" name="Google Shape;1618;p14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14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14"/>
            <p:cNvSpPr txBox="1"/>
            <p:nvPr/>
          </p:nvSpPr>
          <p:spPr>
            <a:xfrm rot="-5400000">
              <a:off x="10886630" y="3308650"/>
              <a:ext cx="22029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Safety Measure</a:t>
              </a:r>
              <a:endParaRPr/>
            </a:p>
          </p:txBody>
        </p:sp>
        <p:pic>
          <p:nvPicPr>
            <p:cNvPr id="1621" name="Google Shape;162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22" name="Google Shape;1622;p14"/>
          <p:cNvCxnSpPr>
            <a:stCxn id="1623" idx="6"/>
            <a:endCxn id="1624" idx="2"/>
          </p:cNvCxnSpPr>
          <p:nvPr/>
        </p:nvCxnSpPr>
        <p:spPr>
          <a:xfrm>
            <a:off x="2851566" y="2907143"/>
            <a:ext cx="2454300" cy="2400"/>
          </a:xfrm>
          <a:prstGeom prst="straightConnector1">
            <a:avLst/>
          </a:prstGeom>
          <a:noFill/>
          <a:ln cap="flat" cmpd="sng" w="285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25" name="Google Shape;1625;p14"/>
          <p:cNvGrpSpPr/>
          <p:nvPr/>
        </p:nvGrpSpPr>
        <p:grpSpPr>
          <a:xfrm>
            <a:off x="2640472" y="2801596"/>
            <a:ext cx="211094" cy="211094"/>
            <a:chOff x="1677812" y="4248152"/>
            <a:chExt cx="211094" cy="211094"/>
          </a:xfrm>
        </p:grpSpPr>
        <p:sp>
          <p:nvSpPr>
            <p:cNvPr id="1623" name="Google Shape;1623;p14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14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27" name="Google Shape;1627;p14"/>
          <p:cNvCxnSpPr>
            <a:stCxn id="1628" idx="6"/>
            <a:endCxn id="1629" idx="2"/>
          </p:cNvCxnSpPr>
          <p:nvPr/>
        </p:nvCxnSpPr>
        <p:spPr>
          <a:xfrm flipH="1" rot="10800000">
            <a:off x="5486772" y="2907241"/>
            <a:ext cx="2485800" cy="2400"/>
          </a:xfrm>
          <a:prstGeom prst="straightConnector1">
            <a:avLst/>
          </a:prstGeom>
          <a:noFill/>
          <a:ln cap="flat" cmpd="sng" w="28575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30" name="Google Shape;1630;p14"/>
          <p:cNvGrpSpPr/>
          <p:nvPr/>
        </p:nvGrpSpPr>
        <p:grpSpPr>
          <a:xfrm>
            <a:off x="5305966" y="2804094"/>
            <a:ext cx="211094" cy="211094"/>
            <a:chOff x="3855819" y="4248152"/>
            <a:chExt cx="211094" cy="211094"/>
          </a:xfrm>
        </p:grpSpPr>
        <p:sp>
          <p:nvSpPr>
            <p:cNvPr id="1624" name="Google Shape;1624;p14"/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14"/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E8D8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1" name="Google Shape;1631;p14"/>
          <p:cNvGrpSpPr/>
          <p:nvPr/>
        </p:nvGrpSpPr>
        <p:grpSpPr>
          <a:xfrm>
            <a:off x="7972641" y="2801596"/>
            <a:ext cx="211094" cy="211094"/>
            <a:chOff x="5973250" y="4248152"/>
            <a:chExt cx="211094" cy="211094"/>
          </a:xfrm>
        </p:grpSpPr>
        <p:sp>
          <p:nvSpPr>
            <p:cNvPr id="1629" name="Google Shape;1629;p14"/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4"/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3" name="Google Shape;1633;p14"/>
          <p:cNvSpPr/>
          <p:nvPr/>
        </p:nvSpPr>
        <p:spPr>
          <a:xfrm>
            <a:off x="2259888" y="1775547"/>
            <a:ext cx="968968" cy="987114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4" name="Google Shape;1634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59866" y="1976685"/>
            <a:ext cx="588063" cy="6563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4"/>
          <p:cNvSpPr txBox="1"/>
          <p:nvPr/>
        </p:nvSpPr>
        <p:spPr>
          <a:xfrm>
            <a:off x="1601494" y="3030640"/>
            <a:ext cx="22890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Incoming Call</a:t>
            </a:r>
            <a:endParaRPr/>
          </a:p>
        </p:txBody>
      </p:sp>
      <p:sp>
        <p:nvSpPr>
          <p:cNvPr id="1636" name="Google Shape;1636;p14"/>
          <p:cNvSpPr txBox="1"/>
          <p:nvPr/>
        </p:nvSpPr>
        <p:spPr>
          <a:xfrm>
            <a:off x="1219383" y="3462191"/>
            <a:ext cx="304814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only works for unknown numbers, which helps to prevent anyone, from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complaining against an innocent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no reason</a:t>
            </a:r>
            <a:endParaRPr/>
          </a:p>
        </p:txBody>
      </p:sp>
      <p:sp>
        <p:nvSpPr>
          <p:cNvPr id="1637" name="Google Shape;1637;p14"/>
          <p:cNvSpPr/>
          <p:nvPr/>
        </p:nvSpPr>
        <p:spPr>
          <a:xfrm>
            <a:off x="4927998" y="1780667"/>
            <a:ext cx="968968" cy="987114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8" name="Google Shape;1638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122768" y="1981597"/>
            <a:ext cx="598730" cy="598730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14"/>
          <p:cNvSpPr txBox="1"/>
          <p:nvPr/>
        </p:nvSpPr>
        <p:spPr>
          <a:xfrm>
            <a:off x="4260259" y="2970653"/>
            <a:ext cx="2289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Threshold of Spam Reports</a:t>
            </a:r>
            <a:endParaRPr/>
          </a:p>
        </p:txBody>
      </p:sp>
      <p:sp>
        <p:nvSpPr>
          <p:cNvPr id="1640" name="Google Shape;1640;p14"/>
          <p:cNvSpPr txBox="1"/>
          <p:nvPr/>
        </p:nvSpPr>
        <p:spPr>
          <a:xfrm>
            <a:off x="3849252" y="3820302"/>
            <a:ext cx="304814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number of spam reports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exceed the threshold everyone will be notified. Otherwise, notification will be sent to those users who complained before.</a:t>
            </a:r>
            <a:endParaRPr/>
          </a:p>
        </p:txBody>
      </p:sp>
      <p:sp>
        <p:nvSpPr>
          <p:cNvPr id="1641" name="Google Shape;1641;p14"/>
          <p:cNvSpPr/>
          <p:nvPr/>
        </p:nvSpPr>
        <p:spPr>
          <a:xfrm>
            <a:off x="7593703" y="1785883"/>
            <a:ext cx="968968" cy="987114"/>
          </a:xfrm>
          <a:prstGeom prst="ellipse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2" name="Google Shape;1642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690353" y="1878755"/>
            <a:ext cx="756619" cy="75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14"/>
          <p:cNvSpPr txBox="1"/>
          <p:nvPr/>
        </p:nvSpPr>
        <p:spPr>
          <a:xfrm>
            <a:off x="6925079" y="2940432"/>
            <a:ext cx="2289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Storing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IMEI number </a:t>
            </a:r>
            <a:endParaRPr/>
          </a:p>
        </p:txBody>
      </p:sp>
      <p:sp>
        <p:nvSpPr>
          <p:cNvPr id="1644" name="Google Shape;1644;p14"/>
          <p:cNvSpPr txBox="1"/>
          <p:nvPr/>
        </p:nvSpPr>
        <p:spPr>
          <a:xfrm>
            <a:off x="6554117" y="3791715"/>
            <a:ext cx="30481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Prevents more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 one complaint from the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user</a:t>
            </a:r>
            <a:endParaRPr/>
          </a:p>
        </p:txBody>
      </p:sp>
      <p:grpSp>
        <p:nvGrpSpPr>
          <p:cNvPr id="1645" name="Google Shape;1645;p14"/>
          <p:cNvGrpSpPr/>
          <p:nvPr/>
        </p:nvGrpSpPr>
        <p:grpSpPr>
          <a:xfrm>
            <a:off x="415712" y="8862"/>
            <a:ext cx="9588762" cy="6858000"/>
            <a:chOff x="491575" y="0"/>
            <a:chExt cx="9588762" cy="6858000"/>
          </a:xfrm>
        </p:grpSpPr>
        <p:sp>
          <p:nvSpPr>
            <p:cNvPr id="1646" name="Google Shape;1646;p14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14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14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1649" name="Google Shape;164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50" name="Google Shape;1650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77447" y="756734"/>
            <a:ext cx="3362990" cy="3362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p14"/>
          <p:cNvSpPr txBox="1"/>
          <p:nvPr/>
        </p:nvSpPr>
        <p:spPr>
          <a:xfrm>
            <a:off x="3914417" y="4432077"/>
            <a:ext cx="22890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Processing Time</a:t>
            </a:r>
            <a:endParaRPr/>
          </a:p>
        </p:txBody>
      </p:sp>
      <p:sp>
        <p:nvSpPr>
          <p:cNvPr id="1652" name="Google Shape;1652;p14"/>
          <p:cNvSpPr txBox="1"/>
          <p:nvPr/>
        </p:nvSpPr>
        <p:spPr>
          <a:xfrm>
            <a:off x="3512305" y="5060097"/>
            <a:ext cx="305190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many methods are used to find specific voices,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 it might take a while. </a:t>
            </a:r>
            <a:endParaRPr/>
          </a:p>
        </p:txBody>
      </p:sp>
      <p:grpSp>
        <p:nvGrpSpPr>
          <p:cNvPr id="1653" name="Google Shape;1653;p14"/>
          <p:cNvGrpSpPr/>
          <p:nvPr/>
        </p:nvGrpSpPr>
        <p:grpSpPr>
          <a:xfrm>
            <a:off x="80518" y="7790"/>
            <a:ext cx="9579033" cy="6858000"/>
            <a:chOff x="491575" y="0"/>
            <a:chExt cx="9579033" cy="6858000"/>
          </a:xfrm>
        </p:grpSpPr>
        <p:sp>
          <p:nvSpPr>
            <p:cNvPr id="1654" name="Google Shape;1654;p14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14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14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1657" name="Google Shape;165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8" name="Google Shape;1658;p14"/>
          <p:cNvGrpSpPr/>
          <p:nvPr/>
        </p:nvGrpSpPr>
        <p:grpSpPr>
          <a:xfrm>
            <a:off x="-9272726" y="1148"/>
            <a:ext cx="9617945" cy="6858000"/>
            <a:chOff x="2183702" y="-35323"/>
            <a:chExt cx="9617945" cy="6858000"/>
          </a:xfrm>
        </p:grpSpPr>
        <p:sp>
          <p:nvSpPr>
            <p:cNvPr id="1659" name="Google Shape;1659;p14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14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14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1662" name="Google Shape;166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3" name="Google Shape;1663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936609" y="2801507"/>
            <a:ext cx="1154482" cy="146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033648" y="640684"/>
            <a:ext cx="1737871" cy="1544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328979" y="2366739"/>
            <a:ext cx="1860985" cy="1979156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14"/>
          <p:cNvSpPr txBox="1"/>
          <p:nvPr/>
        </p:nvSpPr>
        <p:spPr>
          <a:xfrm>
            <a:off x="705606" y="4254279"/>
            <a:ext cx="30481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Solving Crimes With Voice Recognition</a:t>
            </a:r>
            <a:endParaRPr/>
          </a:p>
        </p:txBody>
      </p:sp>
      <p:sp>
        <p:nvSpPr>
          <p:cNvPr id="1667" name="Google Shape;1667;p14"/>
          <p:cNvSpPr/>
          <p:nvPr/>
        </p:nvSpPr>
        <p:spPr>
          <a:xfrm flipH="1">
            <a:off x="1544862" y="2109446"/>
            <a:ext cx="928756" cy="649565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8" name="Google Shape;1668;p1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 flipH="1">
            <a:off x="1831142" y="2185094"/>
            <a:ext cx="498268" cy="498268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4"/>
          <p:cNvSpPr txBox="1"/>
          <p:nvPr/>
        </p:nvSpPr>
        <p:spPr>
          <a:xfrm>
            <a:off x="3342373" y="2214369"/>
            <a:ext cx="304814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Using voice recognition system to protect Bank Account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14"/>
          <p:cNvSpPr txBox="1"/>
          <p:nvPr/>
        </p:nvSpPr>
        <p:spPr>
          <a:xfrm>
            <a:off x="5630765" y="4023799"/>
            <a:ext cx="304814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 Hands free AI Assistant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that Knows Who is its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actual user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5" name="Google Shape;1675;p15"/>
          <p:cNvGrpSpPr/>
          <p:nvPr/>
        </p:nvGrpSpPr>
        <p:grpSpPr>
          <a:xfrm>
            <a:off x="7626538" y="6001589"/>
            <a:ext cx="4140553" cy="451824"/>
            <a:chOff x="4679586" y="878988"/>
            <a:chExt cx="1745757" cy="190500"/>
          </a:xfrm>
        </p:grpSpPr>
        <p:sp>
          <p:nvSpPr>
            <p:cNvPr id="1676" name="Google Shape;1676;p15"/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15"/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15"/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15"/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15"/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15"/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2" name="Google Shape;1682;p15"/>
          <p:cNvSpPr/>
          <p:nvPr/>
        </p:nvSpPr>
        <p:spPr>
          <a:xfrm>
            <a:off x="-786489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sx="101000" rotWithShape="0" algn="l" dist="38100" sy="101000">
              <a:srgbClr val="595959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15"/>
          <p:cNvSpPr/>
          <p:nvPr/>
        </p:nvSpPr>
        <p:spPr>
          <a:xfrm>
            <a:off x="5071334" y="2804344"/>
            <a:ext cx="302903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OBONEE KUSHUM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SAYMA YOUSUF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SANJANA RAHMAN</a:t>
            </a:r>
            <a:endParaRPr/>
          </a:p>
        </p:txBody>
      </p:sp>
      <p:sp>
        <p:nvSpPr>
          <p:cNvPr id="1684" name="Google Shape;1684;p15"/>
          <p:cNvSpPr txBox="1"/>
          <p:nvPr/>
        </p:nvSpPr>
        <p:spPr>
          <a:xfrm rot="-5400000">
            <a:off x="51574" y="326655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685" name="Google Shape;1685;p15"/>
          <p:cNvGrpSpPr/>
          <p:nvPr/>
        </p:nvGrpSpPr>
        <p:grpSpPr>
          <a:xfrm>
            <a:off x="-288356" y="-2342"/>
            <a:ext cx="12526780" cy="6858000"/>
            <a:chOff x="-290920" y="0"/>
            <a:chExt cx="12526780" cy="6858000"/>
          </a:xfrm>
        </p:grpSpPr>
        <p:sp>
          <p:nvSpPr>
            <p:cNvPr id="1686" name="Google Shape;1686;p15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15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5"/>
            <p:cNvSpPr txBox="1"/>
            <p:nvPr/>
          </p:nvSpPr>
          <p:spPr>
            <a:xfrm rot="-5400000">
              <a:off x="11008984" y="3287066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Introduction</a:t>
              </a:r>
              <a:endParaRPr/>
            </a:p>
          </p:txBody>
        </p:sp>
        <p:pic>
          <p:nvPicPr>
            <p:cNvPr id="1689" name="Google Shape;168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0" name="Google Shape;1690;p15"/>
          <p:cNvSpPr/>
          <p:nvPr/>
        </p:nvSpPr>
        <p:spPr>
          <a:xfrm>
            <a:off x="3873304" y="943981"/>
            <a:ext cx="59009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Worldwide, the number of spam calls is increasing every day.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restrict these spam calls 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presenting a new concept  in which spam callers will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recognized through their vocals 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5"/>
          <p:cNvSpPr txBox="1"/>
          <p:nvPr/>
        </p:nvSpPr>
        <p:spPr>
          <a:xfrm rot="-5400000">
            <a:off x="58054" y="327303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pic>
        <p:nvPicPr>
          <p:cNvPr id="1692" name="Google Shape;16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0039" y="4078680"/>
            <a:ext cx="2786398" cy="183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0322" y="5068667"/>
            <a:ext cx="1846935" cy="1981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4" name="Google Shape;1694;p15"/>
          <p:cNvGrpSpPr/>
          <p:nvPr/>
        </p:nvGrpSpPr>
        <p:grpSpPr>
          <a:xfrm>
            <a:off x="458047" y="9389"/>
            <a:ext cx="11471907" cy="6858000"/>
            <a:chOff x="213096" y="0"/>
            <a:chExt cx="11471907" cy="6858000"/>
          </a:xfrm>
        </p:grpSpPr>
        <p:sp>
          <p:nvSpPr>
            <p:cNvPr id="1695" name="Google Shape;1695;p15"/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5"/>
            <p:cNvSpPr/>
            <p:nvPr/>
          </p:nvSpPr>
          <p:spPr>
            <a:xfrm>
              <a:off x="10492197" y="2337441"/>
              <a:ext cx="1168400" cy="2360918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15"/>
            <p:cNvSpPr txBox="1"/>
            <p:nvPr/>
          </p:nvSpPr>
          <p:spPr>
            <a:xfrm rot="-5400000">
              <a:off x="10180370" y="3280891"/>
              <a:ext cx="25476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Existing System</a:t>
              </a:r>
              <a:endParaRPr/>
            </a:p>
          </p:txBody>
        </p:sp>
        <p:pic>
          <p:nvPicPr>
            <p:cNvPr id="1698" name="Google Shape;169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600933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9" name="Google Shape;1699;p15"/>
          <p:cNvSpPr/>
          <p:nvPr/>
        </p:nvSpPr>
        <p:spPr>
          <a:xfrm>
            <a:off x="4364966" y="400598"/>
            <a:ext cx="48237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 Best Spam Call Blocker Apps For Smartphones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15"/>
          <p:cNvSpPr/>
          <p:nvPr/>
        </p:nvSpPr>
        <p:spPr>
          <a:xfrm>
            <a:off x="3413893" y="1576411"/>
            <a:ext cx="1399624" cy="1425796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15"/>
          <p:cNvSpPr/>
          <p:nvPr/>
        </p:nvSpPr>
        <p:spPr>
          <a:xfrm>
            <a:off x="8820142" y="1591535"/>
            <a:ext cx="1437911" cy="1448778"/>
          </a:xfrm>
          <a:prstGeom prst="ellipse">
            <a:avLst/>
          </a:prstGeom>
          <a:solidFill>
            <a:srgbClr val="F09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2" name="Google Shape;17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3035" y="1680421"/>
            <a:ext cx="1210492" cy="1219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3" name="Google Shape;1703;p15"/>
          <p:cNvGrpSpPr/>
          <p:nvPr/>
        </p:nvGrpSpPr>
        <p:grpSpPr>
          <a:xfrm>
            <a:off x="3254992" y="1549871"/>
            <a:ext cx="614836" cy="497210"/>
            <a:chOff x="678246" y="2123782"/>
            <a:chExt cx="662608" cy="523220"/>
          </a:xfrm>
        </p:grpSpPr>
        <p:sp>
          <p:nvSpPr>
            <p:cNvPr id="1704" name="Google Shape;1704;p15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15"/>
            <p:cNvSpPr txBox="1"/>
            <p:nvPr/>
          </p:nvSpPr>
          <p:spPr>
            <a:xfrm>
              <a:off x="678246" y="2142633"/>
              <a:ext cx="662608" cy="500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01</a:t>
              </a:r>
              <a:endParaRPr/>
            </a:p>
          </p:txBody>
        </p:sp>
      </p:grpSp>
      <p:sp>
        <p:nvSpPr>
          <p:cNvPr id="1706" name="Google Shape;1706;p15"/>
          <p:cNvSpPr/>
          <p:nvPr/>
        </p:nvSpPr>
        <p:spPr>
          <a:xfrm>
            <a:off x="6998527" y="1596445"/>
            <a:ext cx="1437910" cy="1443868"/>
          </a:xfrm>
          <a:prstGeom prst="ellipse">
            <a:avLst/>
          </a:prstGeom>
          <a:solidFill>
            <a:srgbClr val="00A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15"/>
          <p:cNvSpPr/>
          <p:nvPr/>
        </p:nvSpPr>
        <p:spPr>
          <a:xfrm>
            <a:off x="5180065" y="1550190"/>
            <a:ext cx="1452107" cy="1478810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8" name="Google Shape;17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1753" y="1655658"/>
            <a:ext cx="1268732" cy="1268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9" name="Google Shape;1709;p15"/>
          <p:cNvGrpSpPr/>
          <p:nvPr/>
        </p:nvGrpSpPr>
        <p:grpSpPr>
          <a:xfrm>
            <a:off x="5072869" y="1537604"/>
            <a:ext cx="590875" cy="508072"/>
            <a:chOff x="698781" y="2131356"/>
            <a:chExt cx="590875" cy="508072"/>
          </a:xfrm>
        </p:grpSpPr>
        <p:sp>
          <p:nvSpPr>
            <p:cNvPr id="1710" name="Google Shape;1710;p15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5"/>
            <p:cNvSpPr txBox="1"/>
            <p:nvPr/>
          </p:nvSpPr>
          <p:spPr>
            <a:xfrm>
              <a:off x="698781" y="2154131"/>
              <a:ext cx="5908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02</a:t>
              </a:r>
              <a:endParaRPr/>
            </a:p>
          </p:txBody>
        </p:sp>
      </p:grpSp>
      <p:pic>
        <p:nvPicPr>
          <p:cNvPr id="1712" name="Google Shape;1712;p15"/>
          <p:cNvPicPr preferRelativeResize="0"/>
          <p:nvPr/>
        </p:nvPicPr>
        <p:blipFill rotWithShape="1">
          <a:blip r:embed="rId8">
            <a:alphaModFix/>
          </a:blip>
          <a:srcRect b="6935" l="24696" r="24995" t="7463"/>
          <a:stretch/>
        </p:blipFill>
        <p:spPr>
          <a:xfrm>
            <a:off x="7106605" y="1706329"/>
            <a:ext cx="1227091" cy="12377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713" name="Google Shape;1713;p15"/>
          <p:cNvGrpSpPr/>
          <p:nvPr/>
        </p:nvGrpSpPr>
        <p:grpSpPr>
          <a:xfrm>
            <a:off x="6765564" y="1529364"/>
            <a:ext cx="658238" cy="541941"/>
            <a:chOff x="660417" y="2123782"/>
            <a:chExt cx="662608" cy="538926"/>
          </a:xfrm>
        </p:grpSpPr>
        <p:sp>
          <p:nvSpPr>
            <p:cNvPr id="1714" name="Google Shape;1714;p15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15"/>
            <p:cNvSpPr txBox="1"/>
            <p:nvPr/>
          </p:nvSpPr>
          <p:spPr>
            <a:xfrm>
              <a:off x="660417" y="2161591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03</a:t>
              </a:r>
              <a:endParaRPr/>
            </a:p>
          </p:txBody>
        </p:sp>
      </p:grpSp>
      <p:pic>
        <p:nvPicPr>
          <p:cNvPr id="1716" name="Google Shape;171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8378" y="1718199"/>
            <a:ext cx="1201440" cy="1212557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717" name="Google Shape;1717;p15"/>
          <p:cNvGrpSpPr/>
          <p:nvPr/>
        </p:nvGrpSpPr>
        <p:grpSpPr>
          <a:xfrm>
            <a:off x="8631647" y="1529362"/>
            <a:ext cx="665036" cy="532929"/>
            <a:chOff x="654556" y="2123782"/>
            <a:chExt cx="662608" cy="543501"/>
          </a:xfrm>
        </p:grpSpPr>
        <p:sp>
          <p:nvSpPr>
            <p:cNvPr id="1718" name="Google Shape;1718;p15"/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15"/>
            <p:cNvSpPr txBox="1"/>
            <p:nvPr/>
          </p:nvSpPr>
          <p:spPr>
            <a:xfrm>
              <a:off x="654556" y="2166166"/>
              <a:ext cx="662608" cy="50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04</a:t>
              </a:r>
              <a:endParaRPr/>
            </a:p>
          </p:txBody>
        </p:sp>
      </p:grpSp>
      <p:sp>
        <p:nvSpPr>
          <p:cNvPr id="1720" name="Google Shape;1720;p15"/>
          <p:cNvSpPr txBox="1"/>
          <p:nvPr/>
        </p:nvSpPr>
        <p:spPr>
          <a:xfrm>
            <a:off x="3295186" y="3006846"/>
            <a:ext cx="16661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True Caller</a:t>
            </a:r>
            <a:endParaRPr/>
          </a:p>
        </p:txBody>
      </p:sp>
      <p:sp>
        <p:nvSpPr>
          <p:cNvPr id="1721" name="Google Shape;1721;p15"/>
          <p:cNvSpPr txBox="1"/>
          <p:nvPr/>
        </p:nvSpPr>
        <p:spPr>
          <a:xfrm>
            <a:off x="5244926" y="3007210"/>
            <a:ext cx="13223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Hiya</a:t>
            </a:r>
            <a:endParaRPr/>
          </a:p>
        </p:txBody>
      </p:sp>
      <p:sp>
        <p:nvSpPr>
          <p:cNvPr id="1722" name="Google Shape;1722;p15"/>
          <p:cNvSpPr txBox="1"/>
          <p:nvPr/>
        </p:nvSpPr>
        <p:spPr>
          <a:xfrm>
            <a:off x="6834342" y="3017035"/>
            <a:ext cx="17662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3A1A4"/>
                </a:solidFill>
                <a:latin typeface="Arial"/>
                <a:ea typeface="Arial"/>
                <a:cs typeface="Arial"/>
                <a:sym typeface="Arial"/>
              </a:rPr>
              <a:t>Should I answer?</a:t>
            </a:r>
            <a:endParaRPr/>
          </a:p>
        </p:txBody>
      </p:sp>
      <p:sp>
        <p:nvSpPr>
          <p:cNvPr id="1723" name="Google Shape;1723;p15"/>
          <p:cNvSpPr txBox="1"/>
          <p:nvPr/>
        </p:nvSpPr>
        <p:spPr>
          <a:xfrm>
            <a:off x="8843847" y="3017328"/>
            <a:ext cx="14209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9252"/>
                </a:solidFill>
                <a:latin typeface="Arial"/>
                <a:ea typeface="Arial"/>
                <a:cs typeface="Arial"/>
                <a:sym typeface="Arial"/>
              </a:rPr>
              <a:t>Call Control</a:t>
            </a:r>
            <a:endParaRPr/>
          </a:p>
        </p:txBody>
      </p:sp>
      <p:sp>
        <p:nvSpPr>
          <p:cNvPr id="1724" name="Google Shape;1724;p15"/>
          <p:cNvSpPr/>
          <p:nvPr/>
        </p:nvSpPr>
        <p:spPr>
          <a:xfrm>
            <a:off x="4136506" y="3857879"/>
            <a:ext cx="1393199" cy="1390803"/>
          </a:xfrm>
          <a:prstGeom prst="ellipse">
            <a:avLst/>
          </a:prstGeom>
          <a:solidFill>
            <a:srgbClr val="5D7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5" name="Google Shape;172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4870" y="3959038"/>
            <a:ext cx="1168544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726" name="Google Shape;1726;p15"/>
          <p:cNvGrpSpPr/>
          <p:nvPr/>
        </p:nvGrpSpPr>
        <p:grpSpPr>
          <a:xfrm>
            <a:off x="3915656" y="3799991"/>
            <a:ext cx="662608" cy="508072"/>
            <a:chOff x="662610" y="2131356"/>
            <a:chExt cx="662608" cy="508072"/>
          </a:xfrm>
        </p:grpSpPr>
        <p:sp>
          <p:nvSpPr>
            <p:cNvPr id="1727" name="Google Shape;1727;p15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5"/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05</a:t>
              </a:r>
              <a:endParaRPr/>
            </a:p>
          </p:txBody>
        </p:sp>
      </p:grpSp>
      <p:sp>
        <p:nvSpPr>
          <p:cNvPr id="1729" name="Google Shape;1729;p15"/>
          <p:cNvSpPr txBox="1"/>
          <p:nvPr/>
        </p:nvSpPr>
        <p:spPr>
          <a:xfrm>
            <a:off x="3510719" y="5261619"/>
            <a:ext cx="26447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D7373"/>
                </a:solidFill>
                <a:latin typeface="Arial"/>
                <a:ea typeface="Arial"/>
                <a:cs typeface="Arial"/>
                <a:sym typeface="Arial"/>
              </a:rPr>
              <a:t>Call Blacklist</a:t>
            </a:r>
            <a:endParaRPr/>
          </a:p>
        </p:txBody>
      </p:sp>
      <p:sp>
        <p:nvSpPr>
          <p:cNvPr id="1730" name="Google Shape;1730;p15"/>
          <p:cNvSpPr/>
          <p:nvPr/>
        </p:nvSpPr>
        <p:spPr>
          <a:xfrm>
            <a:off x="8571422" y="3831174"/>
            <a:ext cx="1392683" cy="1390803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1" name="Google Shape;173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8157" y="3928215"/>
            <a:ext cx="1208131" cy="1196849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732" name="Google Shape;1732;p15"/>
          <p:cNvGrpSpPr/>
          <p:nvPr/>
        </p:nvGrpSpPr>
        <p:grpSpPr>
          <a:xfrm>
            <a:off x="8333625" y="3784288"/>
            <a:ext cx="662608" cy="508072"/>
            <a:chOff x="665204" y="2131356"/>
            <a:chExt cx="662608" cy="508072"/>
          </a:xfrm>
        </p:grpSpPr>
        <p:sp>
          <p:nvSpPr>
            <p:cNvPr id="1733" name="Google Shape;1733;p15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15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07</a:t>
              </a:r>
              <a:endParaRPr/>
            </a:p>
          </p:txBody>
        </p:sp>
      </p:grpSp>
      <p:sp>
        <p:nvSpPr>
          <p:cNvPr id="1735" name="Google Shape;1735;p15"/>
          <p:cNvSpPr txBox="1"/>
          <p:nvPr/>
        </p:nvSpPr>
        <p:spPr>
          <a:xfrm>
            <a:off x="8230638" y="5280354"/>
            <a:ext cx="2125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CallApp Crawler</a:t>
            </a:r>
            <a:endParaRPr/>
          </a:p>
        </p:txBody>
      </p:sp>
      <p:sp>
        <p:nvSpPr>
          <p:cNvPr id="1736" name="Google Shape;1736;p15"/>
          <p:cNvSpPr/>
          <p:nvPr/>
        </p:nvSpPr>
        <p:spPr>
          <a:xfrm>
            <a:off x="6260752" y="3886846"/>
            <a:ext cx="1392683" cy="1390803"/>
          </a:xfrm>
          <a:prstGeom prst="ellipse">
            <a:avLst/>
          </a:prstGeom>
          <a:solidFill>
            <a:srgbClr val="7CB9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7" name="Google Shape;173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3441" y="3988869"/>
            <a:ext cx="1197841" cy="1197841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738" name="Google Shape;1738;p15"/>
          <p:cNvGrpSpPr/>
          <p:nvPr/>
        </p:nvGrpSpPr>
        <p:grpSpPr>
          <a:xfrm>
            <a:off x="6022955" y="3839960"/>
            <a:ext cx="662608" cy="508072"/>
            <a:chOff x="665204" y="2131356"/>
            <a:chExt cx="662608" cy="508072"/>
          </a:xfrm>
        </p:grpSpPr>
        <p:sp>
          <p:nvSpPr>
            <p:cNvPr id="1739" name="Google Shape;1739;p15"/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15"/>
            <p:cNvSpPr txBox="1"/>
            <p:nvPr/>
          </p:nvSpPr>
          <p:spPr>
            <a:xfrm>
              <a:off x="665204" y="2160715"/>
              <a:ext cx="6626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06</a:t>
              </a:r>
              <a:endParaRPr/>
            </a:p>
          </p:txBody>
        </p:sp>
      </p:grpSp>
      <p:sp>
        <p:nvSpPr>
          <p:cNvPr id="1741" name="Google Shape;1741;p15"/>
          <p:cNvSpPr txBox="1"/>
          <p:nvPr/>
        </p:nvSpPr>
        <p:spPr>
          <a:xfrm>
            <a:off x="5621365" y="5276827"/>
            <a:ext cx="27119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CB953"/>
                </a:solidFill>
                <a:latin typeface="Arial"/>
                <a:ea typeface="Arial"/>
                <a:cs typeface="Arial"/>
                <a:sym typeface="Arial"/>
              </a:rPr>
              <a:t>Norton  Mobile Security</a:t>
            </a:r>
            <a:endParaRPr/>
          </a:p>
        </p:txBody>
      </p:sp>
      <p:sp>
        <p:nvSpPr>
          <p:cNvPr id="1742" name="Google Shape;1742;p15"/>
          <p:cNvSpPr txBox="1"/>
          <p:nvPr/>
        </p:nvSpPr>
        <p:spPr>
          <a:xfrm rot="-5400000">
            <a:off x="56344" y="327132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743" name="Google Shape;1743;p15"/>
          <p:cNvGrpSpPr/>
          <p:nvPr/>
        </p:nvGrpSpPr>
        <p:grpSpPr>
          <a:xfrm>
            <a:off x="1639468" y="8689"/>
            <a:ext cx="9988621" cy="6858000"/>
            <a:chOff x="491575" y="0"/>
            <a:chExt cx="9988621" cy="6858000"/>
          </a:xfrm>
        </p:grpSpPr>
        <p:sp>
          <p:nvSpPr>
            <p:cNvPr id="1744" name="Google Shape;1744;p15"/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15"/>
            <p:cNvSpPr/>
            <p:nvPr/>
          </p:nvSpPr>
          <p:spPr>
            <a:xfrm>
              <a:off x="9284267" y="2338141"/>
              <a:ext cx="1168400" cy="2339670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09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15"/>
            <p:cNvSpPr txBox="1"/>
            <p:nvPr/>
          </p:nvSpPr>
          <p:spPr>
            <a:xfrm rot="-5400000">
              <a:off x="9253321" y="3262487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Motivation</a:t>
              </a:r>
              <a:endParaRPr/>
            </a:p>
          </p:txBody>
        </p:sp>
        <p:pic>
          <p:nvPicPr>
            <p:cNvPr id="1747" name="Google Shape;174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385467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8" name="Google Shape;1748;p15"/>
          <p:cNvGrpSpPr/>
          <p:nvPr/>
        </p:nvGrpSpPr>
        <p:grpSpPr>
          <a:xfrm>
            <a:off x="8175505" y="1462886"/>
            <a:ext cx="1805441" cy="2332717"/>
            <a:chOff x="6433139" y="2209800"/>
            <a:chExt cx="1805441" cy="1866900"/>
          </a:xfrm>
        </p:grpSpPr>
        <p:sp>
          <p:nvSpPr>
            <p:cNvPr id="1749" name="Google Shape;1749;p15"/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15"/>
            <p:cNvSpPr txBox="1"/>
            <p:nvPr/>
          </p:nvSpPr>
          <p:spPr>
            <a:xfrm>
              <a:off x="6433139" y="2301128"/>
              <a:ext cx="1805441" cy="960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Shows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Old Owner’s Name</a:t>
              </a:r>
              <a:endParaRPr/>
            </a:p>
          </p:txBody>
        </p:sp>
      </p:grpSp>
      <p:grpSp>
        <p:nvGrpSpPr>
          <p:cNvPr id="1751" name="Google Shape;1751;p15"/>
          <p:cNvGrpSpPr/>
          <p:nvPr/>
        </p:nvGrpSpPr>
        <p:grpSpPr>
          <a:xfrm>
            <a:off x="5637104" y="1462885"/>
            <a:ext cx="1805441" cy="2332716"/>
            <a:chOff x="3894738" y="2209800"/>
            <a:chExt cx="1805441" cy="1866900"/>
          </a:xfrm>
        </p:grpSpPr>
        <p:sp>
          <p:nvSpPr>
            <p:cNvPr id="1752" name="Google Shape;1752;p15"/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15"/>
            <p:cNvSpPr txBox="1"/>
            <p:nvPr/>
          </p:nvSpPr>
          <p:spPr>
            <a:xfrm>
              <a:off x="3894738" y="2268825"/>
              <a:ext cx="1805441" cy="108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Synced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Personal Information</a:t>
              </a:r>
              <a:endParaRPr/>
            </a:p>
          </p:txBody>
        </p:sp>
      </p:grpSp>
      <p:grpSp>
        <p:nvGrpSpPr>
          <p:cNvPr id="1754" name="Google Shape;1754;p15"/>
          <p:cNvGrpSpPr/>
          <p:nvPr/>
        </p:nvGrpSpPr>
        <p:grpSpPr>
          <a:xfrm>
            <a:off x="3129954" y="1462885"/>
            <a:ext cx="1805441" cy="2332715"/>
            <a:chOff x="1387588" y="2209800"/>
            <a:chExt cx="1805441" cy="1866900"/>
          </a:xfrm>
        </p:grpSpPr>
        <p:sp>
          <p:nvSpPr>
            <p:cNvPr id="1755" name="Google Shape;1755;p15"/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fmla="val 12063" name="adj1"/>
                <a:gd fmla="val 0" name="adj2"/>
              </a:avLst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15"/>
            <p:cNvSpPr txBox="1"/>
            <p:nvPr/>
          </p:nvSpPr>
          <p:spPr>
            <a:xfrm>
              <a:off x="1387588" y="2358683"/>
              <a:ext cx="1805441" cy="749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 Card’s</a:t>
              </a:r>
              <a:endParaRPr/>
            </a:p>
          </p:txBody>
        </p:sp>
      </p:grpSp>
      <p:sp>
        <p:nvSpPr>
          <p:cNvPr id="1757" name="Google Shape;1757;p15"/>
          <p:cNvSpPr/>
          <p:nvPr/>
        </p:nvSpPr>
        <p:spPr>
          <a:xfrm flipH="1" rot="10800000">
            <a:off x="3236884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15"/>
          <p:cNvSpPr/>
          <p:nvPr/>
        </p:nvSpPr>
        <p:spPr>
          <a:xfrm flipH="1" rot="10800000">
            <a:off x="5733761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15"/>
          <p:cNvSpPr/>
          <p:nvPr/>
        </p:nvSpPr>
        <p:spPr>
          <a:xfrm flipH="1" rot="10800000">
            <a:off x="8230638" y="2862150"/>
            <a:ext cx="1591582" cy="1664489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15"/>
          <p:cNvSpPr txBox="1"/>
          <p:nvPr/>
        </p:nvSpPr>
        <p:spPr>
          <a:xfrm>
            <a:off x="2705062" y="474962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Tracking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phone numbers is pointless</a:t>
            </a:r>
            <a:endParaRPr/>
          </a:p>
        </p:txBody>
      </p:sp>
      <p:sp>
        <p:nvSpPr>
          <p:cNvPr id="1761" name="Google Shape;1761;p15"/>
          <p:cNvSpPr txBox="1"/>
          <p:nvPr/>
        </p:nvSpPr>
        <p:spPr>
          <a:xfrm>
            <a:off x="5177893" y="4767905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Leads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1762" name="Google Shape;1762;p15"/>
          <p:cNvSpPr txBox="1"/>
          <p:nvPr/>
        </p:nvSpPr>
        <p:spPr>
          <a:xfrm>
            <a:off x="7720975" y="4748823"/>
            <a:ext cx="26447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Causes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unnecessary harassment</a:t>
            </a:r>
            <a:endParaRPr/>
          </a:p>
        </p:txBody>
      </p:sp>
      <p:grpSp>
        <p:nvGrpSpPr>
          <p:cNvPr id="1763" name="Google Shape;1763;p15"/>
          <p:cNvGrpSpPr/>
          <p:nvPr/>
        </p:nvGrpSpPr>
        <p:grpSpPr>
          <a:xfrm>
            <a:off x="1705897" y="8897"/>
            <a:ext cx="9588762" cy="6858000"/>
            <a:chOff x="491575" y="0"/>
            <a:chExt cx="9588762" cy="6858000"/>
          </a:xfrm>
        </p:grpSpPr>
        <p:sp>
          <p:nvSpPr>
            <p:cNvPr id="1764" name="Google Shape;1764;p15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15"/>
            <p:cNvSpPr/>
            <p:nvPr/>
          </p:nvSpPr>
          <p:spPr>
            <a:xfrm>
              <a:off x="8897260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15"/>
            <p:cNvSpPr txBox="1"/>
            <p:nvPr/>
          </p:nvSpPr>
          <p:spPr>
            <a:xfrm rot="-5400000">
              <a:off x="8853461" y="3272214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</a:t>
              </a:r>
              <a:r>
                <a:rPr b="1"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ectives</a:t>
              </a:r>
              <a:endParaRPr/>
            </a:p>
          </p:txBody>
        </p:sp>
        <p:pic>
          <p:nvPicPr>
            <p:cNvPr id="1767" name="Google Shape;176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8" name="Google Shape;1768;p15"/>
          <p:cNvSpPr txBox="1"/>
          <p:nvPr/>
        </p:nvSpPr>
        <p:spPr>
          <a:xfrm rot="-5400000">
            <a:off x="54634" y="3269612"/>
            <a:ext cx="2222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0EEF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Precautions</a:t>
            </a:r>
            <a:endParaRPr/>
          </a:p>
        </p:txBody>
      </p:sp>
      <p:grpSp>
        <p:nvGrpSpPr>
          <p:cNvPr id="1769" name="Google Shape;1769;p15"/>
          <p:cNvGrpSpPr/>
          <p:nvPr/>
        </p:nvGrpSpPr>
        <p:grpSpPr>
          <a:xfrm>
            <a:off x="4354057" y="1382131"/>
            <a:ext cx="3197225" cy="668162"/>
            <a:chOff x="764723" y="2271038"/>
            <a:chExt cx="3197225" cy="668162"/>
          </a:xfrm>
        </p:grpSpPr>
        <p:sp>
          <p:nvSpPr>
            <p:cNvPr id="1770" name="Google Shape;1770;p15"/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15"/>
            <p:cNvSpPr txBox="1"/>
            <p:nvPr/>
          </p:nvSpPr>
          <p:spPr>
            <a:xfrm>
              <a:off x="1435200" y="227103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Spammer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will be caught in the first place</a:t>
              </a:r>
              <a:endParaRPr/>
            </a:p>
          </p:txBody>
        </p:sp>
      </p:grpSp>
      <p:pic>
        <p:nvPicPr>
          <p:cNvPr id="1772" name="Google Shape;177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1260" y="1532399"/>
            <a:ext cx="408597" cy="41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3" name="Google Shape;1773;p15"/>
          <p:cNvGrpSpPr/>
          <p:nvPr/>
        </p:nvGrpSpPr>
        <p:grpSpPr>
          <a:xfrm>
            <a:off x="4354057" y="2365264"/>
            <a:ext cx="3437784" cy="662056"/>
            <a:chOff x="807320" y="3555165"/>
            <a:chExt cx="3145818" cy="662056"/>
          </a:xfrm>
        </p:grpSpPr>
        <p:sp>
          <p:nvSpPr>
            <p:cNvPr id="1774" name="Google Shape;1774;p15"/>
            <p:cNvSpPr/>
            <p:nvPr/>
          </p:nvSpPr>
          <p:spPr>
            <a:xfrm>
              <a:off x="807320" y="3555165"/>
              <a:ext cx="619459" cy="662056"/>
            </a:xfrm>
            <a:prstGeom prst="ellipse">
              <a:avLst/>
            </a:pr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15"/>
            <p:cNvSpPr txBox="1"/>
            <p:nvPr/>
          </p:nvSpPr>
          <p:spPr>
            <a:xfrm>
              <a:off x="1426390" y="3569317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 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 be recognized even after changing the SIM card’s number</a:t>
              </a:r>
              <a:endParaRPr/>
            </a:p>
          </p:txBody>
        </p:sp>
      </p:grpSp>
      <p:pic>
        <p:nvPicPr>
          <p:cNvPr id="1776" name="Google Shape;1776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>
            <a:off x="4414219" y="2374768"/>
            <a:ext cx="601894" cy="601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7" name="Google Shape;1777;p15"/>
          <p:cNvGrpSpPr/>
          <p:nvPr/>
        </p:nvGrpSpPr>
        <p:grpSpPr>
          <a:xfrm>
            <a:off x="4368953" y="3377502"/>
            <a:ext cx="3193238" cy="1670129"/>
            <a:chOff x="768710" y="3817250"/>
            <a:chExt cx="3193238" cy="1670129"/>
          </a:xfrm>
        </p:grpSpPr>
        <p:sp>
          <p:nvSpPr>
            <p:cNvPr id="1778" name="Google Shape;1778;p15"/>
            <p:cNvSpPr/>
            <p:nvPr/>
          </p:nvSpPr>
          <p:spPr>
            <a:xfrm>
              <a:off x="768710" y="3817250"/>
              <a:ext cx="662056" cy="662056"/>
            </a:xfrm>
            <a:prstGeom prst="ellipse">
              <a:avLst/>
            </a:pr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15"/>
            <p:cNvSpPr txBox="1"/>
            <p:nvPr/>
          </p:nvSpPr>
          <p:spPr>
            <a:xfrm>
              <a:off x="1435200" y="4841048"/>
              <a:ext cx="25267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Recognizing 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suspect’s vocal even in a noisy environment</a:t>
              </a:r>
              <a:endParaRPr/>
            </a:p>
          </p:txBody>
        </p:sp>
      </p:grpSp>
      <p:sp>
        <p:nvSpPr>
          <p:cNvPr id="1780" name="Google Shape;1780;p15"/>
          <p:cNvSpPr/>
          <p:nvPr/>
        </p:nvSpPr>
        <p:spPr>
          <a:xfrm>
            <a:off x="4354057" y="4365090"/>
            <a:ext cx="676952" cy="662056"/>
          </a:xfrm>
          <a:prstGeom prst="ellipse">
            <a:avLst/>
          </a:prstGeom>
          <a:solidFill>
            <a:srgbClr val="03A1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1" name="Google Shape;178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02474" y="3463437"/>
            <a:ext cx="493160" cy="49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" name="Google Shape;1782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40896" y="4351456"/>
            <a:ext cx="689323" cy="6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15"/>
          <p:cNvSpPr txBox="1"/>
          <p:nvPr/>
        </p:nvSpPr>
        <p:spPr>
          <a:xfrm>
            <a:off x="5052322" y="3413812"/>
            <a:ext cx="2526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speaker with a few seconds of speech</a:t>
            </a:r>
            <a:endParaRPr/>
          </a:p>
        </p:txBody>
      </p:sp>
      <p:grpSp>
        <p:nvGrpSpPr>
          <p:cNvPr id="1784" name="Google Shape;1784;p15"/>
          <p:cNvGrpSpPr/>
          <p:nvPr/>
        </p:nvGrpSpPr>
        <p:grpSpPr>
          <a:xfrm>
            <a:off x="1154494" y="4920"/>
            <a:ext cx="9884518" cy="6858000"/>
            <a:chOff x="883881" y="-753"/>
            <a:chExt cx="8760640" cy="6858000"/>
          </a:xfrm>
        </p:grpSpPr>
        <p:sp>
          <p:nvSpPr>
            <p:cNvPr id="1785" name="Google Shape;1785;p15"/>
            <p:cNvSpPr/>
            <p:nvPr/>
          </p:nvSpPr>
          <p:spPr>
            <a:xfrm>
              <a:off x="883881" y="-753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15"/>
            <p:cNvSpPr/>
            <p:nvPr/>
          </p:nvSpPr>
          <p:spPr>
            <a:xfrm>
              <a:off x="8407812" y="2267697"/>
              <a:ext cx="1168400" cy="24695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CB73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15"/>
            <p:cNvSpPr txBox="1"/>
            <p:nvPr/>
          </p:nvSpPr>
          <p:spPr>
            <a:xfrm rot="-5400000">
              <a:off x="8153633" y="3285552"/>
              <a:ext cx="25201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Proposed Method</a:t>
              </a:r>
              <a:endParaRPr/>
            </a:p>
          </p:txBody>
        </p:sp>
        <p:pic>
          <p:nvPicPr>
            <p:cNvPr id="1788" name="Google Shape;178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543080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9" name="Google Shape;1789;p15"/>
          <p:cNvGrpSpPr/>
          <p:nvPr/>
        </p:nvGrpSpPr>
        <p:grpSpPr>
          <a:xfrm>
            <a:off x="719480" y="6007"/>
            <a:ext cx="9950902" cy="6858000"/>
            <a:chOff x="-9337032" y="-16935"/>
            <a:chExt cx="9950902" cy="6858000"/>
          </a:xfrm>
        </p:grpSpPr>
        <p:sp>
          <p:nvSpPr>
            <p:cNvPr id="1790" name="Google Shape;1790;p15"/>
            <p:cNvSpPr/>
            <p:nvPr/>
          </p:nvSpPr>
          <p:spPr>
            <a:xfrm>
              <a:off x="-9337032" y="-16935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15"/>
            <p:cNvSpPr/>
            <p:nvPr/>
          </p:nvSpPr>
          <p:spPr>
            <a:xfrm>
              <a:off x="-577928" y="2271233"/>
              <a:ext cx="1168400" cy="247576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15"/>
            <p:cNvSpPr txBox="1"/>
            <p:nvPr/>
          </p:nvSpPr>
          <p:spPr>
            <a:xfrm rot="-5400000">
              <a:off x="-728369" y="3273579"/>
              <a:ext cx="222281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User Interface</a:t>
              </a:r>
              <a:endParaRPr/>
            </a:p>
          </p:txBody>
        </p:sp>
        <p:pic>
          <p:nvPicPr>
            <p:cNvPr id="1793" name="Google Shape;179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-491912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4" name="Google Shape;1794;p15"/>
          <p:cNvGrpSpPr/>
          <p:nvPr/>
        </p:nvGrpSpPr>
        <p:grpSpPr>
          <a:xfrm>
            <a:off x="-2165123" y="7365"/>
            <a:ext cx="12509847" cy="6858000"/>
            <a:chOff x="-290920" y="0"/>
            <a:chExt cx="12509847" cy="6858000"/>
          </a:xfrm>
        </p:grpSpPr>
        <p:sp>
          <p:nvSpPr>
            <p:cNvPr id="1795" name="Google Shape;1795;p15"/>
            <p:cNvSpPr/>
            <p:nvPr/>
          </p:nvSpPr>
          <p:spPr>
            <a:xfrm>
              <a:off x="-290920" y="0"/>
              <a:ext cx="1248292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15"/>
            <p:cNvSpPr/>
            <p:nvPr/>
          </p:nvSpPr>
          <p:spPr>
            <a:xfrm>
              <a:off x="11033874" y="2315189"/>
              <a:ext cx="1168400" cy="2383271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15"/>
            <p:cNvSpPr txBox="1"/>
            <p:nvPr/>
          </p:nvSpPr>
          <p:spPr>
            <a:xfrm rot="-5400000">
              <a:off x="10886630" y="3308650"/>
              <a:ext cx="22029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Safety Measure</a:t>
              </a:r>
              <a:endParaRPr/>
            </a:p>
          </p:txBody>
        </p:sp>
        <p:pic>
          <p:nvPicPr>
            <p:cNvPr id="1798" name="Google Shape;179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112999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799" name="Google Shape;1799;p15"/>
          <p:cNvCxnSpPr>
            <a:stCxn id="1800" idx="6"/>
            <a:endCxn id="1801" idx="2"/>
          </p:cNvCxnSpPr>
          <p:nvPr/>
        </p:nvCxnSpPr>
        <p:spPr>
          <a:xfrm>
            <a:off x="2851566" y="2907143"/>
            <a:ext cx="2454300" cy="2400"/>
          </a:xfrm>
          <a:prstGeom prst="straightConnector1">
            <a:avLst/>
          </a:prstGeom>
          <a:noFill/>
          <a:ln cap="flat" cmpd="sng" w="2857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802" name="Google Shape;1802;p15"/>
          <p:cNvGrpSpPr/>
          <p:nvPr/>
        </p:nvGrpSpPr>
        <p:grpSpPr>
          <a:xfrm>
            <a:off x="2640472" y="2801596"/>
            <a:ext cx="211094" cy="211094"/>
            <a:chOff x="1677812" y="4248152"/>
            <a:chExt cx="211094" cy="211094"/>
          </a:xfrm>
        </p:grpSpPr>
        <p:sp>
          <p:nvSpPr>
            <p:cNvPr id="1800" name="Google Shape;1800;p15"/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15"/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04" name="Google Shape;1804;p15"/>
          <p:cNvCxnSpPr>
            <a:stCxn id="1805" idx="6"/>
            <a:endCxn id="1806" idx="2"/>
          </p:cNvCxnSpPr>
          <p:nvPr/>
        </p:nvCxnSpPr>
        <p:spPr>
          <a:xfrm flipH="1" rot="10800000">
            <a:off x="5486772" y="2907241"/>
            <a:ext cx="2485800" cy="2400"/>
          </a:xfrm>
          <a:prstGeom prst="straightConnector1">
            <a:avLst/>
          </a:prstGeom>
          <a:noFill/>
          <a:ln cap="flat" cmpd="sng" w="28575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807" name="Google Shape;1807;p15"/>
          <p:cNvGrpSpPr/>
          <p:nvPr/>
        </p:nvGrpSpPr>
        <p:grpSpPr>
          <a:xfrm>
            <a:off x="5305966" y="2804094"/>
            <a:ext cx="211094" cy="211094"/>
            <a:chOff x="3855819" y="4248152"/>
            <a:chExt cx="211094" cy="211094"/>
          </a:xfrm>
        </p:grpSpPr>
        <p:sp>
          <p:nvSpPr>
            <p:cNvPr id="1801" name="Google Shape;1801;p15"/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15"/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E8D8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8" name="Google Shape;1808;p15"/>
          <p:cNvGrpSpPr/>
          <p:nvPr/>
        </p:nvGrpSpPr>
        <p:grpSpPr>
          <a:xfrm>
            <a:off x="7972641" y="2801596"/>
            <a:ext cx="211094" cy="211094"/>
            <a:chOff x="5973250" y="4248152"/>
            <a:chExt cx="211094" cy="211094"/>
          </a:xfrm>
        </p:grpSpPr>
        <p:sp>
          <p:nvSpPr>
            <p:cNvPr id="1806" name="Google Shape;1806;p15"/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15"/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0" name="Google Shape;1810;p15"/>
          <p:cNvSpPr/>
          <p:nvPr/>
        </p:nvSpPr>
        <p:spPr>
          <a:xfrm>
            <a:off x="2259888" y="1775547"/>
            <a:ext cx="968968" cy="987114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1" name="Google Shape;1811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59866" y="1976685"/>
            <a:ext cx="588063" cy="6563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15"/>
          <p:cNvSpPr txBox="1"/>
          <p:nvPr/>
        </p:nvSpPr>
        <p:spPr>
          <a:xfrm>
            <a:off x="1601494" y="3030640"/>
            <a:ext cx="22890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Incoming Call</a:t>
            </a:r>
            <a:endParaRPr/>
          </a:p>
        </p:txBody>
      </p:sp>
      <p:sp>
        <p:nvSpPr>
          <p:cNvPr id="1813" name="Google Shape;1813;p15"/>
          <p:cNvSpPr txBox="1"/>
          <p:nvPr/>
        </p:nvSpPr>
        <p:spPr>
          <a:xfrm>
            <a:off x="1219383" y="3462191"/>
            <a:ext cx="304814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only works for unknown numbers, which helps to prevent anyone, from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complaining against an innocent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no reason</a:t>
            </a:r>
            <a:endParaRPr/>
          </a:p>
        </p:txBody>
      </p:sp>
      <p:sp>
        <p:nvSpPr>
          <p:cNvPr id="1814" name="Google Shape;1814;p15"/>
          <p:cNvSpPr/>
          <p:nvPr/>
        </p:nvSpPr>
        <p:spPr>
          <a:xfrm>
            <a:off x="4927998" y="1780667"/>
            <a:ext cx="968968" cy="987114"/>
          </a:xfrm>
          <a:prstGeom prst="ellipse">
            <a:avLst/>
          </a:prstGeom>
          <a:solidFill>
            <a:srgbClr val="CB73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5" name="Google Shape;1815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122768" y="1981597"/>
            <a:ext cx="598730" cy="59873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15"/>
          <p:cNvSpPr txBox="1"/>
          <p:nvPr/>
        </p:nvSpPr>
        <p:spPr>
          <a:xfrm>
            <a:off x="4260259" y="2970653"/>
            <a:ext cx="2289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B73B2"/>
                </a:solidFill>
                <a:latin typeface="Arial"/>
                <a:ea typeface="Arial"/>
                <a:cs typeface="Arial"/>
                <a:sym typeface="Arial"/>
              </a:rPr>
              <a:t>Threshold of Spam Reports</a:t>
            </a:r>
            <a:endParaRPr/>
          </a:p>
        </p:txBody>
      </p:sp>
      <p:sp>
        <p:nvSpPr>
          <p:cNvPr id="1817" name="Google Shape;1817;p15"/>
          <p:cNvSpPr txBox="1"/>
          <p:nvPr/>
        </p:nvSpPr>
        <p:spPr>
          <a:xfrm>
            <a:off x="3849252" y="3820302"/>
            <a:ext cx="304814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number of spam reports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exceed the threshold everyone will be notified. Otherwise, notification will be sent to those users who complained before.</a:t>
            </a:r>
            <a:endParaRPr/>
          </a:p>
        </p:txBody>
      </p:sp>
      <p:sp>
        <p:nvSpPr>
          <p:cNvPr id="1818" name="Google Shape;1818;p15"/>
          <p:cNvSpPr/>
          <p:nvPr/>
        </p:nvSpPr>
        <p:spPr>
          <a:xfrm>
            <a:off x="7593703" y="1785883"/>
            <a:ext cx="968968" cy="987114"/>
          </a:xfrm>
          <a:prstGeom prst="ellipse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9" name="Google Shape;1819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690353" y="1878755"/>
            <a:ext cx="756619" cy="756619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5"/>
          <p:cNvSpPr txBox="1"/>
          <p:nvPr/>
        </p:nvSpPr>
        <p:spPr>
          <a:xfrm>
            <a:off x="6925079" y="2940432"/>
            <a:ext cx="22890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Storing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IMEI number </a:t>
            </a:r>
            <a:endParaRPr/>
          </a:p>
        </p:txBody>
      </p:sp>
      <p:sp>
        <p:nvSpPr>
          <p:cNvPr id="1821" name="Google Shape;1821;p15"/>
          <p:cNvSpPr txBox="1"/>
          <p:nvPr/>
        </p:nvSpPr>
        <p:spPr>
          <a:xfrm>
            <a:off x="6554117" y="3791715"/>
            <a:ext cx="30481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Prevents more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 one complaint from the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user</a:t>
            </a:r>
            <a:endParaRPr/>
          </a:p>
        </p:txBody>
      </p:sp>
      <p:grpSp>
        <p:nvGrpSpPr>
          <p:cNvPr id="1822" name="Google Shape;1822;p15"/>
          <p:cNvGrpSpPr/>
          <p:nvPr/>
        </p:nvGrpSpPr>
        <p:grpSpPr>
          <a:xfrm>
            <a:off x="415712" y="8862"/>
            <a:ext cx="9588762" cy="6858000"/>
            <a:chOff x="491575" y="0"/>
            <a:chExt cx="9588762" cy="6858000"/>
          </a:xfrm>
        </p:grpSpPr>
        <p:sp>
          <p:nvSpPr>
            <p:cNvPr id="1823" name="Google Shape;1823;p15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15"/>
            <p:cNvSpPr/>
            <p:nvPr/>
          </p:nvSpPr>
          <p:spPr>
            <a:xfrm>
              <a:off x="8897260" y="2256437"/>
              <a:ext cx="1168400" cy="2510017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15"/>
            <p:cNvSpPr txBox="1"/>
            <p:nvPr/>
          </p:nvSpPr>
          <p:spPr>
            <a:xfrm rot="-5400000">
              <a:off x="8853461" y="3252758"/>
              <a:ext cx="19920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Limitations</a:t>
              </a:r>
              <a:endParaRPr/>
            </a:p>
          </p:txBody>
        </p:sp>
        <p:pic>
          <p:nvPicPr>
            <p:cNvPr id="1826" name="Google Shape;182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27" name="Google Shape;1827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77447" y="756734"/>
            <a:ext cx="3362990" cy="3362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15"/>
          <p:cNvSpPr txBox="1"/>
          <p:nvPr/>
        </p:nvSpPr>
        <p:spPr>
          <a:xfrm>
            <a:off x="3914417" y="4432077"/>
            <a:ext cx="22890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5969"/>
                </a:solidFill>
                <a:latin typeface="Arial"/>
                <a:ea typeface="Arial"/>
                <a:cs typeface="Arial"/>
                <a:sym typeface="Arial"/>
              </a:rPr>
              <a:t>Processing Time</a:t>
            </a:r>
            <a:endParaRPr/>
          </a:p>
        </p:txBody>
      </p:sp>
      <p:sp>
        <p:nvSpPr>
          <p:cNvPr id="1829" name="Google Shape;1829;p15"/>
          <p:cNvSpPr txBox="1"/>
          <p:nvPr/>
        </p:nvSpPr>
        <p:spPr>
          <a:xfrm>
            <a:off x="3512305" y="5060097"/>
            <a:ext cx="305190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many methods are used to find specific voices,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 it might take a while. </a:t>
            </a:r>
            <a:endParaRPr/>
          </a:p>
        </p:txBody>
      </p:sp>
      <p:grpSp>
        <p:nvGrpSpPr>
          <p:cNvPr id="1830" name="Google Shape;1830;p15"/>
          <p:cNvGrpSpPr/>
          <p:nvPr/>
        </p:nvGrpSpPr>
        <p:grpSpPr>
          <a:xfrm>
            <a:off x="80518" y="7790"/>
            <a:ext cx="9579033" cy="6858000"/>
            <a:chOff x="491575" y="0"/>
            <a:chExt cx="9579033" cy="6858000"/>
          </a:xfrm>
        </p:grpSpPr>
        <p:sp>
          <p:nvSpPr>
            <p:cNvPr id="1831" name="Google Shape;1831;p15"/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5"/>
            <p:cNvSpPr/>
            <p:nvPr/>
          </p:nvSpPr>
          <p:spPr>
            <a:xfrm>
              <a:off x="8897260" y="2276277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CB9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5"/>
            <p:cNvSpPr txBox="1"/>
            <p:nvPr/>
          </p:nvSpPr>
          <p:spPr>
            <a:xfrm rot="-5400000">
              <a:off x="8777380" y="3293414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Applications</a:t>
              </a:r>
              <a:endParaRPr/>
            </a:p>
          </p:txBody>
        </p:sp>
        <p:pic>
          <p:nvPicPr>
            <p:cNvPr id="1834" name="Google Shape;183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8992269" y="3247473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5" name="Google Shape;1835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936609" y="2801507"/>
            <a:ext cx="1154482" cy="146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6" name="Google Shape;1836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033648" y="640684"/>
            <a:ext cx="1737871" cy="1544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328979" y="2366739"/>
            <a:ext cx="1860985" cy="1979156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p15"/>
          <p:cNvSpPr txBox="1"/>
          <p:nvPr/>
        </p:nvSpPr>
        <p:spPr>
          <a:xfrm>
            <a:off x="705606" y="4254279"/>
            <a:ext cx="30481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Solving Crimes With Voice Recognition</a:t>
            </a:r>
            <a:endParaRPr/>
          </a:p>
        </p:txBody>
      </p:sp>
      <p:sp>
        <p:nvSpPr>
          <p:cNvPr id="1839" name="Google Shape;1839;p15"/>
          <p:cNvSpPr/>
          <p:nvPr/>
        </p:nvSpPr>
        <p:spPr>
          <a:xfrm flipH="1">
            <a:off x="1544862" y="2109446"/>
            <a:ext cx="928756" cy="649565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0" name="Google Shape;1840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 flipH="1">
            <a:off x="1831142" y="2185094"/>
            <a:ext cx="498268" cy="498268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5"/>
          <p:cNvSpPr txBox="1"/>
          <p:nvPr/>
        </p:nvSpPr>
        <p:spPr>
          <a:xfrm>
            <a:off x="3342373" y="2214369"/>
            <a:ext cx="304814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Using voice recognition system to protect Bank Account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15"/>
          <p:cNvSpPr txBox="1"/>
          <p:nvPr/>
        </p:nvSpPr>
        <p:spPr>
          <a:xfrm>
            <a:off x="5630765" y="4023799"/>
            <a:ext cx="304814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 Hands free AI Assistant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that Knows Who is its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actual user</a:t>
            </a:r>
            <a:endParaRPr/>
          </a:p>
        </p:txBody>
      </p:sp>
      <p:grpSp>
        <p:nvGrpSpPr>
          <p:cNvPr id="1843" name="Google Shape;1843;p15"/>
          <p:cNvGrpSpPr/>
          <p:nvPr/>
        </p:nvGrpSpPr>
        <p:grpSpPr>
          <a:xfrm>
            <a:off x="-253526" y="9389"/>
            <a:ext cx="9617945" cy="6858000"/>
            <a:chOff x="2183702" y="-35323"/>
            <a:chExt cx="9617945" cy="6858000"/>
          </a:xfrm>
        </p:grpSpPr>
        <p:sp>
          <p:nvSpPr>
            <p:cNvPr id="1844" name="Google Shape;1844;p15"/>
            <p:cNvSpPr/>
            <p:nvPr/>
          </p:nvSpPr>
          <p:spPr>
            <a:xfrm>
              <a:off x="2183702" y="-35323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sx="101000" rotWithShape="0" algn="l" dist="38100" sy="101000">
                <a:srgbClr val="595959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15"/>
            <p:cNvSpPr/>
            <p:nvPr/>
          </p:nvSpPr>
          <p:spPr>
            <a:xfrm>
              <a:off x="10589387" y="2250682"/>
              <a:ext cx="1168400" cy="2460993"/>
            </a:xfrm>
            <a:custGeom>
              <a:rect b="b" l="l" r="r" t="t"/>
              <a:pathLst>
                <a:path extrusionOk="0" h="2360918" w="1168400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7395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15"/>
            <p:cNvSpPr txBox="1"/>
            <p:nvPr/>
          </p:nvSpPr>
          <p:spPr>
            <a:xfrm rot="-5400000">
              <a:off x="10508419" y="3258091"/>
              <a:ext cx="21247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0EEF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Future Plan</a:t>
              </a:r>
              <a:endParaRPr/>
            </a:p>
          </p:txBody>
        </p:sp>
        <p:pic>
          <p:nvPicPr>
            <p:cNvPr id="1847" name="Google Shape;184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63860" y="3259725"/>
              <a:ext cx="530600" cy="53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8" name="Google Shape;1848;p15"/>
          <p:cNvSpPr txBox="1"/>
          <p:nvPr/>
        </p:nvSpPr>
        <p:spPr>
          <a:xfrm>
            <a:off x="1629825" y="5178243"/>
            <a:ext cx="580739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assist the police or some government law enforcement authority to track spam callers through their voice clips which are stored in our database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576011" y="1353544"/>
            <a:ext cx="3901448" cy="2191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037862" y="2438295"/>
            <a:ext cx="3602560" cy="176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631790" y="2493302"/>
            <a:ext cx="1670153" cy="187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724756" y="2466290"/>
            <a:ext cx="492058" cy="341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7" name="Google Shape;18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300" y="1"/>
            <a:ext cx="8848725" cy="321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" name="Google Shape;18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287" y="2218269"/>
            <a:ext cx="295275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2017-01-05T13:17:27Z</dcterms:created>
  <dc:creator>Zähringer</dc:creator>
</cp:coreProperties>
</file>