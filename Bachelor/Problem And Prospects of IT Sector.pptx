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4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BC219-5D5B-4ABB-A51D-7616B55B4857}" type="datetimeFigureOut">
              <a:rPr lang="en-US" smtClean="0"/>
              <a:t>06-Apr-18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758FC-16CB-4C95-9790-7429C19DC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0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758FC-16CB-4C95-9790-7429C19DCB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94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758FC-16CB-4C95-9790-7429C19DCB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9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765DD71-1C43-41AB-A06A-3DF8F55B5235}" type="datetime1">
              <a:rPr lang="en-US" smtClean="0"/>
              <a:t>06-Apr-18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FD7E89-F196-43C8-A035-09E6AD9BB55A}" type="datetime1">
              <a:rPr lang="en-US" smtClean="0"/>
              <a:t>06-Apr-18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51D0DF-279F-41EB-870E-35BBC11E4E64}" type="datetime1">
              <a:rPr lang="en-US" smtClean="0"/>
              <a:t>06-Apr-18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A4AC899-7B9F-4991-B89E-F1D186100B9F}" type="datetime1">
              <a:rPr lang="en-US" smtClean="0"/>
              <a:t>06-Apr-18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03B94F3-DD4C-43B5-843E-8AC742C76870}" type="datetime1">
              <a:rPr lang="en-US" smtClean="0"/>
              <a:t>06-Apr-18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E12DC2-1861-4B85-AC7B-F1BD90F97C4B}" type="datetime1">
              <a:rPr lang="en-US" smtClean="0"/>
              <a:t>06-Apr-18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B04BB9-C6DC-456C-AAC4-4B29223D1299}" type="datetime1">
              <a:rPr lang="en-US" smtClean="0"/>
              <a:t>06-Apr-18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DCE989BF-CB14-4788-898B-7264644036B6}" type="datetime1">
              <a:rPr lang="en-US" smtClean="0"/>
              <a:t>06-Apr-18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C7EB3B9-F19B-4825-996A-B0896F31AE12}" type="datetime1">
              <a:rPr lang="en-US" smtClean="0"/>
              <a:t>06-Apr-18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CBF098-4E5D-4165-A6C3-30D0D519FBC7}" type="datetime1">
              <a:rPr lang="en-US" smtClean="0"/>
              <a:t>06-Apr-18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5B9514-2D58-4FF9-A787-3F7D51927E26}" type="datetime1">
              <a:rPr lang="en-US" smtClean="0"/>
              <a:t>06-Apr-18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4DC4094-47A7-43A1-B83F-6336E037262B}" type="datetime1">
              <a:rPr lang="en-US" smtClean="0"/>
              <a:t>06-Apr-18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24419" y="1676402"/>
            <a:ext cx="838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cs typeface="Times New Roman" pitchFamily="18" charset="0"/>
              </a:rPr>
              <a:t>Presented by</a:t>
            </a:r>
          </a:p>
          <a:p>
            <a:endParaRPr lang="en-US" sz="2400" dirty="0" smtClean="0"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 err="1" smtClean="0"/>
              <a:t>Md</a:t>
            </a:r>
            <a:r>
              <a:rPr lang="en-US" sz="2400" dirty="0" smtClean="0"/>
              <a:t> </a:t>
            </a:r>
            <a:r>
              <a:rPr lang="en-US" sz="2400" dirty="0" err="1" smtClean="0"/>
              <a:t>Shahnewaz</a:t>
            </a:r>
            <a:r>
              <a:rPr lang="en-US" sz="2400" dirty="0" smtClean="0"/>
              <a:t> </a:t>
            </a:r>
            <a:r>
              <a:rPr lang="en-US" sz="2400" dirty="0" err="1" smtClean="0"/>
              <a:t>Abid</a:t>
            </a:r>
            <a:r>
              <a:rPr lang="en-US" sz="2400" dirty="0" smtClean="0"/>
              <a:t>               Id:16172103016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err="1" smtClean="0"/>
              <a:t>Romana</a:t>
            </a:r>
            <a:r>
              <a:rPr lang="en-US" sz="2400" dirty="0" smtClean="0"/>
              <a:t> </a:t>
            </a:r>
            <a:r>
              <a:rPr lang="en-US" sz="2400" dirty="0" err="1" smtClean="0"/>
              <a:t>Hossain</a:t>
            </a:r>
            <a:r>
              <a:rPr lang="en-US" sz="2400" dirty="0" smtClean="0"/>
              <a:t>                     Id:12133103035                           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err="1" smtClean="0"/>
              <a:t>Kawsher</a:t>
            </a:r>
            <a:r>
              <a:rPr lang="en-US" sz="2400" dirty="0" smtClean="0"/>
              <a:t> </a:t>
            </a:r>
            <a:r>
              <a:rPr lang="en-US" sz="2400" dirty="0" err="1" smtClean="0"/>
              <a:t>Mahbub</a:t>
            </a:r>
            <a:r>
              <a:rPr lang="en-US" sz="2400" dirty="0" smtClean="0"/>
              <a:t>                    Id:16172103282 </a:t>
            </a:r>
            <a:endParaRPr lang="en-US" sz="2400" dirty="0"/>
          </a:p>
          <a:p>
            <a:pPr marL="342900" indent="-342900">
              <a:buFontTx/>
              <a:buAutoNum type="arabicPeriod"/>
            </a:pPr>
            <a:r>
              <a:rPr lang="en-US" sz="2400" dirty="0" err="1" smtClean="0"/>
              <a:t>Sajjad</a:t>
            </a:r>
            <a:r>
              <a:rPr lang="en-US" sz="2400" dirty="0" smtClean="0"/>
              <a:t> </a:t>
            </a:r>
            <a:r>
              <a:rPr lang="en-US" sz="2400" dirty="0" err="1" smtClean="0"/>
              <a:t>Hossein</a:t>
            </a:r>
            <a:r>
              <a:rPr lang="en-US" sz="2400" dirty="0" smtClean="0"/>
              <a:t>                        Id:16172103294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err="1" smtClean="0"/>
              <a:t>Shuvrodeb</a:t>
            </a:r>
            <a:r>
              <a:rPr lang="en-US" sz="2400" dirty="0" smtClean="0"/>
              <a:t> </a:t>
            </a:r>
            <a:r>
              <a:rPr lang="en-US" sz="2400" dirty="0" err="1" smtClean="0"/>
              <a:t>Sarkar</a:t>
            </a:r>
            <a:r>
              <a:rPr lang="en-US" sz="2400" dirty="0" smtClean="0"/>
              <a:t>                   Id:16172103344</a:t>
            </a:r>
            <a:endParaRPr lang="en-US" sz="2400" dirty="0"/>
          </a:p>
          <a:p>
            <a:pPr marL="342900" indent="-342900">
              <a:buFontTx/>
              <a:buAutoNum type="arabicPeriod"/>
            </a:pPr>
            <a:r>
              <a:rPr lang="en-US" sz="2400" dirty="0" err="1" smtClean="0"/>
              <a:t>Tariful</a:t>
            </a:r>
            <a:r>
              <a:rPr lang="en-US" sz="2400" dirty="0" smtClean="0"/>
              <a:t> </a:t>
            </a:r>
            <a:r>
              <a:rPr lang="en-US" sz="2400" dirty="0"/>
              <a:t>Islam </a:t>
            </a:r>
            <a:r>
              <a:rPr lang="en-US" sz="2400" dirty="0" err="1" smtClean="0"/>
              <a:t>Tuhin</a:t>
            </a:r>
            <a:r>
              <a:rPr lang="en-US" sz="2400" dirty="0" smtClean="0"/>
              <a:t>                 Id:16172103358</a:t>
            </a:r>
          </a:p>
          <a:p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35483" y="304800"/>
            <a:ext cx="8077200" cy="1143000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Welcome to our presentation </a:t>
            </a:r>
            <a:endParaRPr lang="en-US" sz="4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67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952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1000" y="2896728"/>
            <a:ext cx="7009384" cy="1369349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270"/>
              </a:spcBef>
            </a:pPr>
            <a:r>
              <a:rPr sz="4900" b="1" spc="-260" dirty="0" smtClean="0">
                <a:latin typeface="Arial"/>
                <a:cs typeface="Arial"/>
              </a:rPr>
              <a:t>Problem </a:t>
            </a:r>
            <a:r>
              <a:rPr lang="en-US" sz="4900" b="1" spc="-260" dirty="0" smtClean="0">
                <a:latin typeface="Arial"/>
                <a:cs typeface="Arial"/>
              </a:rPr>
              <a:t> </a:t>
            </a:r>
            <a:r>
              <a:rPr sz="4900" b="1" spc="-30" dirty="0" smtClean="0">
                <a:latin typeface="Arial"/>
                <a:cs typeface="Arial"/>
              </a:rPr>
              <a:t>&amp;  </a:t>
            </a:r>
            <a:r>
              <a:rPr sz="4900" b="1" spc="-340" dirty="0" smtClean="0">
                <a:latin typeface="Arial"/>
                <a:cs typeface="Arial"/>
              </a:rPr>
              <a:t>Prospects </a:t>
            </a:r>
            <a:r>
              <a:rPr lang="en-US" sz="4900" b="1" spc="-340" dirty="0" smtClean="0">
                <a:latin typeface="Arial"/>
                <a:cs typeface="Arial"/>
              </a:rPr>
              <a:t> </a:t>
            </a:r>
            <a:r>
              <a:rPr sz="4900" b="1" spc="-245" dirty="0" smtClean="0">
                <a:latin typeface="Arial"/>
                <a:cs typeface="Arial"/>
              </a:rPr>
              <a:t>of </a:t>
            </a:r>
            <a:r>
              <a:rPr lang="en-US" sz="4900" b="1" spc="-245" dirty="0" smtClean="0">
                <a:latin typeface="Arial"/>
                <a:cs typeface="Arial"/>
              </a:rPr>
              <a:t>  </a:t>
            </a:r>
            <a:r>
              <a:rPr sz="4900" b="1" spc="-345" dirty="0" smtClean="0">
                <a:latin typeface="Arial"/>
                <a:cs typeface="Arial"/>
              </a:rPr>
              <a:t>IT  </a:t>
            </a:r>
            <a:r>
              <a:rPr sz="4900" b="1" spc="-295" dirty="0" smtClean="0">
                <a:latin typeface="Arial"/>
                <a:cs typeface="Arial"/>
              </a:rPr>
              <a:t>Industry </a:t>
            </a:r>
            <a:r>
              <a:rPr sz="4900" b="1" spc="-254" dirty="0" smtClean="0">
                <a:latin typeface="Arial"/>
                <a:cs typeface="Arial"/>
              </a:rPr>
              <a:t>in  </a:t>
            </a:r>
            <a:r>
              <a:rPr sz="4900" b="1" spc="-305" dirty="0" smtClean="0">
                <a:latin typeface="Arial"/>
                <a:cs typeface="Arial"/>
              </a:rPr>
              <a:t>Bangladesh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001" y="2133600"/>
            <a:ext cx="3860291" cy="289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2" y="950276"/>
            <a:ext cx="5029201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0D0D0D"/>
                </a:solidFill>
              </a:rPr>
              <a:t>I</a:t>
            </a:r>
            <a:r>
              <a:rPr spc="-260" dirty="0">
                <a:solidFill>
                  <a:srgbClr val="0D0D0D"/>
                </a:solidFill>
              </a:rPr>
              <a:t>N</a:t>
            </a:r>
            <a:r>
              <a:rPr spc="-455" dirty="0">
                <a:solidFill>
                  <a:srgbClr val="0D0D0D"/>
                </a:solidFill>
              </a:rPr>
              <a:t>T</a:t>
            </a:r>
            <a:r>
              <a:rPr spc="-325" dirty="0">
                <a:solidFill>
                  <a:srgbClr val="0D0D0D"/>
                </a:solidFill>
              </a:rPr>
              <a:t>R</a:t>
            </a:r>
            <a:r>
              <a:rPr spc="-409" dirty="0">
                <a:solidFill>
                  <a:srgbClr val="0D0D0D"/>
                </a:solidFill>
              </a:rPr>
              <a:t>ODUCT</a:t>
            </a:r>
            <a:r>
              <a:rPr spc="-170" dirty="0">
                <a:solidFill>
                  <a:srgbClr val="0D0D0D"/>
                </a:solidFill>
              </a:rPr>
              <a:t>I</a:t>
            </a:r>
            <a:r>
              <a:rPr spc="-375" dirty="0">
                <a:solidFill>
                  <a:srgbClr val="0D0D0D"/>
                </a:solidFill>
              </a:rPr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7" y="1625641"/>
            <a:ext cx="8479155" cy="43069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5000"/>
              </a:lnSpc>
              <a:spcBef>
                <a:spcPts val="105"/>
              </a:spcBef>
            </a:pPr>
            <a:r>
              <a:rPr sz="2000" spc="-114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20" dirty="0">
                <a:latin typeface="Arial"/>
                <a:cs typeface="Arial"/>
              </a:rPr>
              <a:t>industry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30" dirty="0">
                <a:latin typeface="Arial"/>
                <a:cs typeface="Arial"/>
              </a:rPr>
              <a:t>a </a:t>
            </a:r>
            <a:r>
              <a:rPr sz="2000" spc="-20" dirty="0">
                <a:latin typeface="Arial"/>
                <a:cs typeface="Arial"/>
              </a:rPr>
              <a:t>relatively </a:t>
            </a:r>
            <a:r>
              <a:rPr sz="2000" spc="-55" dirty="0">
                <a:latin typeface="Arial"/>
                <a:cs typeface="Arial"/>
              </a:rPr>
              <a:t>new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10" dirty="0">
                <a:latin typeface="Arial"/>
                <a:cs typeface="Arial"/>
              </a:rPr>
              <a:t>in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country's </a:t>
            </a:r>
            <a:r>
              <a:rPr sz="2000" spc="-65" dirty="0">
                <a:latin typeface="Arial"/>
                <a:cs typeface="Arial"/>
              </a:rPr>
              <a:t>economy. </a:t>
            </a:r>
            <a:r>
              <a:rPr sz="2000" spc="-80" dirty="0">
                <a:latin typeface="Arial"/>
                <a:cs typeface="Arial"/>
              </a:rPr>
              <a:t>Though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 </a:t>
            </a:r>
            <a:r>
              <a:rPr sz="2000" spc="-45" dirty="0">
                <a:latin typeface="Arial"/>
                <a:cs typeface="Arial"/>
              </a:rPr>
              <a:t>yet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make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tangible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contributions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in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national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economy,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important  </a:t>
            </a:r>
            <a:r>
              <a:rPr sz="2000" spc="-30" dirty="0">
                <a:latin typeface="Arial"/>
                <a:cs typeface="Arial"/>
              </a:rPr>
              <a:t>growth </a:t>
            </a:r>
            <a:r>
              <a:rPr sz="2000" spc="-50" dirty="0">
                <a:latin typeface="Arial"/>
                <a:cs typeface="Arial"/>
              </a:rPr>
              <a:t>industry.IT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50" dirty="0">
                <a:latin typeface="Arial"/>
                <a:cs typeface="Arial"/>
              </a:rPr>
              <a:t>now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20" dirty="0">
                <a:latin typeface="Arial"/>
                <a:cs typeface="Arial"/>
              </a:rPr>
              <a:t>3</a:t>
            </a:r>
            <a:r>
              <a:rPr sz="1950" spc="30" baseline="25641" dirty="0">
                <a:latin typeface="Arial"/>
                <a:cs typeface="Arial"/>
              </a:rPr>
              <a:t>rd </a:t>
            </a:r>
            <a:r>
              <a:rPr sz="2000" spc="-25" dirty="0">
                <a:latin typeface="Arial"/>
                <a:cs typeface="Arial"/>
              </a:rPr>
              <a:t>big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20" dirty="0">
                <a:latin typeface="Arial"/>
                <a:cs typeface="Arial"/>
              </a:rPr>
              <a:t>from </a:t>
            </a:r>
            <a:r>
              <a:rPr sz="2000" spc="-40" dirty="0">
                <a:latin typeface="Arial"/>
                <a:cs typeface="Arial"/>
              </a:rPr>
              <a:t>where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-20" dirty="0">
                <a:latin typeface="Arial"/>
                <a:cs typeface="Arial"/>
              </a:rPr>
              <a:t>get foriegn  </a:t>
            </a:r>
            <a:r>
              <a:rPr sz="2000" spc="-50" dirty="0">
                <a:latin typeface="Arial"/>
                <a:cs typeface="Arial"/>
              </a:rPr>
              <a:t>currency </a:t>
            </a:r>
            <a:r>
              <a:rPr sz="2000" spc="-35" dirty="0">
                <a:latin typeface="Arial"/>
                <a:cs typeface="Arial"/>
              </a:rPr>
              <a:t>.But </a:t>
            </a:r>
            <a:r>
              <a:rPr sz="2000" spc="-5" dirty="0">
                <a:latin typeface="Arial"/>
                <a:cs typeface="Arial"/>
              </a:rPr>
              <a:t>After </a:t>
            </a:r>
            <a:r>
              <a:rPr sz="2000" spc="60" dirty="0">
                <a:latin typeface="Arial"/>
                <a:cs typeface="Arial"/>
              </a:rPr>
              <a:t>2 </a:t>
            </a:r>
            <a:r>
              <a:rPr sz="2000" spc="-30" dirty="0">
                <a:latin typeface="Arial"/>
                <a:cs typeface="Arial"/>
              </a:rPr>
              <a:t>or </a:t>
            </a:r>
            <a:r>
              <a:rPr sz="2000" spc="60" dirty="0">
                <a:latin typeface="Arial"/>
                <a:cs typeface="Arial"/>
              </a:rPr>
              <a:t>3 </a:t>
            </a:r>
            <a:r>
              <a:rPr sz="2000" spc="-65" dirty="0">
                <a:latin typeface="Arial"/>
                <a:cs typeface="Arial"/>
              </a:rPr>
              <a:t>years </a:t>
            </a:r>
            <a:r>
              <a:rPr sz="2000" spc="65" dirty="0">
                <a:latin typeface="Arial"/>
                <a:cs typeface="Arial"/>
              </a:rPr>
              <a:t>it </a:t>
            </a:r>
            <a:r>
              <a:rPr sz="2000" spc="20" dirty="0">
                <a:latin typeface="Arial"/>
                <a:cs typeface="Arial"/>
              </a:rPr>
              <a:t>will </a:t>
            </a:r>
            <a:r>
              <a:rPr sz="2000" spc="-50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1</a:t>
            </a:r>
            <a:r>
              <a:rPr sz="1950" spc="44" baseline="25641" dirty="0">
                <a:latin typeface="Arial"/>
                <a:cs typeface="Arial"/>
              </a:rPr>
              <a:t>st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100" dirty="0">
                <a:latin typeface="Arial"/>
                <a:cs typeface="Arial"/>
              </a:rPr>
              <a:t>.Every </a:t>
            </a:r>
            <a:r>
              <a:rPr sz="2000" spc="-60" dirty="0">
                <a:latin typeface="Arial"/>
                <a:cs typeface="Arial"/>
              </a:rPr>
              <a:t>year </a:t>
            </a:r>
            <a:r>
              <a:rPr sz="2000" spc="-75" dirty="0">
                <a:latin typeface="Arial"/>
                <a:cs typeface="Arial"/>
              </a:rPr>
              <a:t>so </a:t>
            </a:r>
            <a:r>
              <a:rPr sz="2000" spc="-40" dirty="0">
                <a:latin typeface="Arial"/>
                <a:cs typeface="Arial"/>
              </a:rPr>
              <a:t>many  </a:t>
            </a:r>
            <a:r>
              <a:rPr sz="2000" spc="-35" dirty="0">
                <a:latin typeface="Arial"/>
                <a:cs typeface="Arial"/>
              </a:rPr>
              <a:t>educated people </a:t>
            </a:r>
            <a:r>
              <a:rPr sz="2000" spc="-30" dirty="0">
                <a:latin typeface="Arial"/>
                <a:cs typeface="Arial"/>
              </a:rPr>
              <a:t>,students and </a:t>
            </a:r>
            <a:r>
              <a:rPr sz="2000" spc="-35" dirty="0">
                <a:latin typeface="Arial"/>
                <a:cs typeface="Arial"/>
              </a:rPr>
              <a:t>also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30" dirty="0">
                <a:latin typeface="Arial"/>
                <a:cs typeface="Arial"/>
              </a:rPr>
              <a:t>government </a:t>
            </a:r>
            <a:r>
              <a:rPr sz="2000" spc="-10" dirty="0">
                <a:latin typeface="Arial"/>
                <a:cs typeface="Arial"/>
              </a:rPr>
              <a:t>trying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improve </a:t>
            </a:r>
            <a:r>
              <a:rPr sz="2000" dirty="0">
                <a:latin typeface="Arial"/>
                <a:cs typeface="Arial"/>
              </a:rPr>
              <a:t>the 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90" dirty="0">
                <a:latin typeface="Arial"/>
                <a:cs typeface="Arial"/>
              </a:rPr>
              <a:t>.No </a:t>
            </a:r>
            <a:r>
              <a:rPr sz="2000" spc="-15" dirty="0">
                <a:latin typeface="Arial"/>
                <a:cs typeface="Arial"/>
              </a:rPr>
              <a:t>other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20" dirty="0">
                <a:latin typeface="Arial"/>
                <a:cs typeface="Arial"/>
              </a:rPr>
              <a:t>rising </a:t>
            </a:r>
            <a:r>
              <a:rPr sz="2000" spc="-65" dirty="0">
                <a:latin typeface="Arial"/>
                <a:cs typeface="Arial"/>
              </a:rPr>
              <a:t>as </a:t>
            </a:r>
            <a:r>
              <a:rPr sz="2000" spc="-15" dirty="0">
                <a:latin typeface="Arial"/>
                <a:cs typeface="Arial"/>
              </a:rPr>
              <a:t>much </a:t>
            </a:r>
            <a:r>
              <a:rPr sz="2000" spc="-65" dirty="0">
                <a:latin typeface="Arial"/>
                <a:cs typeface="Arial"/>
              </a:rPr>
              <a:t>as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5" dirty="0">
                <a:latin typeface="Arial"/>
                <a:cs typeface="Arial"/>
              </a:rPr>
              <a:t>in </a:t>
            </a:r>
            <a:r>
              <a:rPr sz="2000" spc="-50" dirty="0">
                <a:latin typeface="Arial"/>
                <a:cs typeface="Arial"/>
              </a:rPr>
              <a:t>Bangladesh </a:t>
            </a:r>
            <a:r>
              <a:rPr sz="2000" spc="-40" dirty="0">
                <a:latin typeface="Arial"/>
                <a:cs typeface="Arial"/>
              </a:rPr>
              <a:t>.But </a:t>
            </a:r>
            <a:r>
              <a:rPr sz="2000" dirty="0">
                <a:latin typeface="Arial"/>
                <a:cs typeface="Arial"/>
              </a:rPr>
              <a:t>the  </a:t>
            </a:r>
            <a:r>
              <a:rPr sz="2000" spc="-40" dirty="0">
                <a:latin typeface="Arial"/>
                <a:cs typeface="Arial"/>
              </a:rPr>
              <a:t>sector’s </a:t>
            </a:r>
            <a:r>
              <a:rPr sz="2000" spc="-20" dirty="0">
                <a:latin typeface="Arial"/>
                <a:cs typeface="Arial"/>
              </a:rPr>
              <a:t>rising </a:t>
            </a:r>
            <a:r>
              <a:rPr sz="2000" spc="25" dirty="0">
                <a:latin typeface="Arial"/>
                <a:cs typeface="Arial"/>
              </a:rPr>
              <a:t>still </a:t>
            </a:r>
            <a:r>
              <a:rPr sz="2000" spc="-55" dirty="0">
                <a:latin typeface="Arial"/>
                <a:cs typeface="Arial"/>
              </a:rPr>
              <a:t>now </a:t>
            </a:r>
            <a:r>
              <a:rPr sz="2000" spc="-15" dirty="0">
                <a:latin typeface="Arial"/>
                <a:cs typeface="Arial"/>
              </a:rPr>
              <a:t>facing </a:t>
            </a:r>
            <a:r>
              <a:rPr sz="2000" spc="-40" dirty="0">
                <a:latin typeface="Arial"/>
                <a:cs typeface="Arial"/>
              </a:rPr>
              <a:t>many </a:t>
            </a:r>
            <a:r>
              <a:rPr sz="2000" spc="-25" dirty="0">
                <a:latin typeface="Arial"/>
                <a:cs typeface="Arial"/>
              </a:rPr>
              <a:t>problems </a:t>
            </a:r>
            <a:r>
              <a:rPr sz="2000" spc="-105" dirty="0">
                <a:latin typeface="Arial"/>
                <a:cs typeface="Arial"/>
              </a:rPr>
              <a:t>.The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15" dirty="0">
                <a:latin typeface="Arial"/>
                <a:cs typeface="Arial"/>
              </a:rPr>
              <a:t>related </a:t>
            </a:r>
            <a:r>
              <a:rPr sz="2000" spc="-35" dirty="0">
                <a:latin typeface="Arial"/>
                <a:cs typeface="Arial"/>
              </a:rPr>
              <a:t>people  </a:t>
            </a:r>
            <a:r>
              <a:rPr sz="2000" spc="-10" dirty="0">
                <a:latin typeface="Arial"/>
                <a:cs typeface="Arial"/>
              </a:rPr>
              <a:t>trying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65" dirty="0">
                <a:latin typeface="Arial"/>
                <a:cs typeface="Arial"/>
              </a:rPr>
              <a:t>solve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5" dirty="0">
                <a:latin typeface="Arial"/>
                <a:cs typeface="Arial"/>
              </a:rPr>
              <a:t>problem </a:t>
            </a:r>
            <a:r>
              <a:rPr sz="2000" spc="-40" dirty="0">
                <a:latin typeface="Arial"/>
                <a:cs typeface="Arial"/>
              </a:rPr>
              <a:t>.But </a:t>
            </a:r>
            <a:r>
              <a:rPr sz="2000" spc="-5" dirty="0">
                <a:latin typeface="Arial"/>
                <a:cs typeface="Arial"/>
              </a:rPr>
              <a:t>After </a:t>
            </a:r>
            <a:r>
              <a:rPr sz="2000" spc="20" dirty="0">
                <a:latin typeface="Arial"/>
                <a:cs typeface="Arial"/>
              </a:rPr>
              <a:t>all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20" dirty="0">
                <a:latin typeface="Arial"/>
                <a:cs typeface="Arial"/>
              </a:rPr>
              <a:t>will </a:t>
            </a:r>
            <a:r>
              <a:rPr sz="2000" spc="-50" dirty="0">
                <a:latin typeface="Arial"/>
                <a:cs typeface="Arial"/>
              </a:rPr>
              <a:t>be </a:t>
            </a:r>
            <a:r>
              <a:rPr sz="2000" spc="-15" dirty="0">
                <a:latin typeface="Arial"/>
                <a:cs typeface="Arial"/>
              </a:rPr>
              <a:t>hopeful about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IT  </a:t>
            </a:r>
            <a:r>
              <a:rPr sz="2000" spc="-20" dirty="0">
                <a:latin typeface="Arial"/>
                <a:cs typeface="Arial"/>
              </a:rPr>
              <a:t>industry </a:t>
            </a:r>
            <a:r>
              <a:rPr sz="2000" spc="5" dirty="0">
                <a:latin typeface="Arial"/>
                <a:cs typeface="Arial"/>
              </a:rPr>
              <a:t>in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Bangladesh.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0395" y="944815"/>
            <a:ext cx="5407407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15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Problems </a:t>
            </a:r>
            <a:r>
              <a:rPr u="heavy" spc="-175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of </a:t>
            </a:r>
            <a:r>
              <a:rPr u="heavy" spc="-250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IT</a:t>
            </a:r>
            <a:r>
              <a:rPr u="heavy" spc="-10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 </a:t>
            </a:r>
            <a:r>
              <a:rPr u="heavy" spc="-220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Industry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8189" y="1823671"/>
            <a:ext cx="7960995" cy="39119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Arial"/>
                <a:cs typeface="Arial"/>
              </a:rPr>
              <a:t>Though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20" dirty="0">
                <a:latin typeface="Arial"/>
                <a:cs typeface="Arial"/>
              </a:rPr>
              <a:t>industry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most </a:t>
            </a:r>
            <a:r>
              <a:rPr sz="2000" spc="-20" dirty="0">
                <a:latin typeface="Arial"/>
                <a:cs typeface="Arial"/>
              </a:rPr>
              <a:t>rising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10" dirty="0">
                <a:latin typeface="Arial"/>
                <a:cs typeface="Arial"/>
              </a:rPr>
              <a:t>in </a:t>
            </a:r>
            <a:r>
              <a:rPr sz="2000" spc="-50" dirty="0">
                <a:latin typeface="Arial"/>
                <a:cs typeface="Arial"/>
              </a:rPr>
              <a:t>Bangladesh </a:t>
            </a:r>
            <a:r>
              <a:rPr sz="2000" spc="-15" dirty="0">
                <a:latin typeface="Arial"/>
                <a:cs typeface="Arial"/>
              </a:rPr>
              <a:t>,but there </a:t>
            </a:r>
            <a:r>
              <a:rPr sz="2000" spc="-25" dirty="0">
                <a:latin typeface="Arial"/>
                <a:cs typeface="Arial"/>
              </a:rPr>
              <a:t>is</a:t>
            </a:r>
            <a:r>
              <a:rPr sz="2000" spc="-3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so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000" spc="-15" dirty="0">
                <a:latin typeface="Arial"/>
                <a:cs typeface="Arial"/>
              </a:rPr>
              <a:t>much </a:t>
            </a:r>
            <a:r>
              <a:rPr sz="2000" spc="-30" dirty="0">
                <a:latin typeface="Arial"/>
                <a:cs typeface="Arial"/>
              </a:rPr>
              <a:t>problems. </a:t>
            </a:r>
            <a:r>
              <a:rPr sz="2000" spc="-80" dirty="0">
                <a:latin typeface="Arial"/>
                <a:cs typeface="Arial"/>
              </a:rPr>
              <a:t>Such </a:t>
            </a:r>
            <a:r>
              <a:rPr sz="2000" spc="15" dirty="0">
                <a:latin typeface="Arial"/>
                <a:cs typeface="Arial"/>
              </a:rPr>
              <a:t>like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that,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40" dirty="0">
                <a:latin typeface="Arial"/>
                <a:cs typeface="Arial"/>
              </a:rPr>
              <a:t>Village </a:t>
            </a:r>
            <a:r>
              <a:rPr sz="2000" spc="-35" dirty="0">
                <a:latin typeface="Arial"/>
                <a:cs typeface="Arial"/>
              </a:rPr>
              <a:t>people </a:t>
            </a:r>
            <a:r>
              <a:rPr sz="2000" dirty="0">
                <a:latin typeface="Arial"/>
                <a:cs typeface="Arial"/>
              </a:rPr>
              <a:t>don’t </a:t>
            </a:r>
            <a:r>
              <a:rPr sz="2000" spc="-25" dirty="0">
                <a:latin typeface="Arial"/>
                <a:cs typeface="Arial"/>
              </a:rPr>
              <a:t>know </a:t>
            </a:r>
            <a:r>
              <a:rPr sz="2000" spc="-15" dirty="0">
                <a:latin typeface="Arial"/>
                <a:cs typeface="Arial"/>
              </a:rPr>
              <a:t>about </a:t>
            </a:r>
            <a:r>
              <a:rPr sz="2000" spc="-135" dirty="0">
                <a:latin typeface="Arial"/>
                <a:cs typeface="Arial"/>
              </a:rPr>
              <a:t>IT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much.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Arial"/>
                <a:cs typeface="Arial"/>
              </a:rPr>
              <a:t>High </a:t>
            </a:r>
            <a:r>
              <a:rPr sz="2000" spc="-30" dirty="0">
                <a:latin typeface="Arial"/>
                <a:cs typeface="Arial"/>
              </a:rPr>
              <a:t>price </a:t>
            </a:r>
            <a:r>
              <a:rPr sz="2000" spc="10" dirty="0">
                <a:latin typeface="Arial"/>
                <a:cs typeface="Arial"/>
              </a:rPr>
              <a:t>of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bandwidth.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40" dirty="0">
                <a:latin typeface="Arial"/>
                <a:cs typeface="Arial"/>
              </a:rPr>
              <a:t>Not growing </a:t>
            </a:r>
            <a:r>
              <a:rPr sz="2000" spc="-60" dirty="0">
                <a:latin typeface="Arial"/>
                <a:cs typeface="Arial"/>
              </a:rPr>
              <a:t>good </a:t>
            </a:r>
            <a:r>
              <a:rPr sz="2000" spc="-35" dirty="0">
                <a:latin typeface="Arial"/>
                <a:cs typeface="Arial"/>
              </a:rPr>
              <a:t>hardware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companies.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Arial"/>
                <a:cs typeface="Arial"/>
              </a:rPr>
              <a:t>High </a:t>
            </a:r>
            <a:r>
              <a:rPr sz="2000" spc="-30" dirty="0">
                <a:latin typeface="Arial"/>
                <a:cs typeface="Arial"/>
              </a:rPr>
              <a:t>price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140" dirty="0">
                <a:latin typeface="Arial"/>
                <a:cs typeface="Arial"/>
              </a:rPr>
              <a:t>IT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products.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5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25" dirty="0">
                <a:latin typeface="Arial"/>
                <a:cs typeface="Arial"/>
              </a:rPr>
              <a:t>Electricity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problem.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55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40" dirty="0">
                <a:latin typeface="Arial"/>
                <a:cs typeface="Arial"/>
              </a:rPr>
              <a:t>Lack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10" dirty="0">
                <a:latin typeface="Arial"/>
                <a:cs typeface="Arial"/>
              </a:rPr>
              <a:t>practical </a:t>
            </a:r>
            <a:r>
              <a:rPr sz="2000" spc="-35" dirty="0">
                <a:latin typeface="Arial"/>
                <a:cs typeface="Arial"/>
              </a:rPr>
              <a:t>knowledge </a:t>
            </a:r>
            <a:r>
              <a:rPr sz="2000" spc="-15" dirty="0">
                <a:latin typeface="Arial"/>
                <a:cs typeface="Arial"/>
              </a:rPr>
              <a:t>about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technology.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3" y="914400"/>
            <a:ext cx="6266815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10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Problems </a:t>
            </a:r>
            <a:r>
              <a:rPr u="heavy" spc="-175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of </a:t>
            </a:r>
            <a:r>
              <a:rPr u="heavy" spc="-250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IT</a:t>
            </a:r>
            <a:r>
              <a:rPr u="heavy" spc="-45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 </a:t>
            </a:r>
            <a:r>
              <a:rPr u="heavy" spc="-220" dirty="0">
                <a:solidFill>
                  <a:srgbClr val="0082B3"/>
                </a:solidFill>
                <a:uFill>
                  <a:solidFill>
                    <a:srgbClr val="0082B3"/>
                  </a:solidFill>
                </a:uFill>
              </a:rPr>
              <a:t>Industry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4389" y="2357755"/>
            <a:ext cx="4607560" cy="13471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75" dirty="0">
                <a:latin typeface="Arial"/>
                <a:cs typeface="Arial"/>
              </a:rPr>
              <a:t>Need </a:t>
            </a:r>
            <a:r>
              <a:rPr sz="2000" spc="-15" dirty="0">
                <a:latin typeface="Arial"/>
                <a:cs typeface="Arial"/>
              </a:rPr>
              <a:t>land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5" dirty="0">
                <a:latin typeface="Arial"/>
                <a:cs typeface="Arial"/>
              </a:rPr>
              <a:t>build </a:t>
            </a:r>
            <a:r>
              <a:rPr sz="2000" spc="-30" dirty="0">
                <a:latin typeface="Arial"/>
                <a:cs typeface="Arial"/>
              </a:rPr>
              <a:t>a</a:t>
            </a:r>
            <a:r>
              <a:rPr sz="2000" spc="-26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factory.</a:t>
            </a:r>
            <a:endParaRPr sz="2000" dirty="0">
              <a:latin typeface="Arial"/>
              <a:cs typeface="Arial"/>
            </a:endParaRPr>
          </a:p>
          <a:p>
            <a:pPr marL="241300" indent="-228600" algn="just">
              <a:lnSpc>
                <a:spcPct val="100000"/>
              </a:lnSpc>
              <a:spcBef>
                <a:spcPts val="1560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70" dirty="0">
                <a:latin typeface="Arial"/>
                <a:cs typeface="Arial"/>
              </a:rPr>
              <a:t>Crisis </a:t>
            </a:r>
            <a:r>
              <a:rPr sz="2000" spc="5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hardware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65" dirty="0">
                <a:latin typeface="Arial"/>
                <a:cs typeface="Arial"/>
              </a:rPr>
              <a:t>use </a:t>
            </a:r>
            <a:r>
              <a:rPr sz="2000" spc="30" dirty="0">
                <a:latin typeface="Arial"/>
                <a:cs typeface="Arial"/>
              </a:rPr>
              <a:t>full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bandwidth.</a:t>
            </a:r>
            <a:endParaRPr sz="2000" dirty="0">
              <a:latin typeface="Arial"/>
              <a:cs typeface="Arial"/>
            </a:endParaRPr>
          </a:p>
          <a:p>
            <a:pPr marL="241300" indent="-228600" algn="just">
              <a:lnSpc>
                <a:spcPct val="100000"/>
              </a:lnSpc>
              <a:spcBef>
                <a:spcPts val="1560"/>
              </a:spcBef>
              <a:buSzPct val="80000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"/>
                <a:cs typeface="Arial"/>
              </a:rPr>
              <a:t>Political </a:t>
            </a:r>
            <a:r>
              <a:rPr sz="2000" spc="-45" dirty="0">
                <a:latin typeface="Arial"/>
                <a:cs typeface="Arial"/>
              </a:rPr>
              <a:t>various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reason.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016" y="944815"/>
            <a:ext cx="10057384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>
                <a:solidFill>
                  <a:srgbClr val="585858"/>
                </a:solidFill>
              </a:rPr>
              <a:t>Village </a:t>
            </a:r>
            <a:r>
              <a:rPr spc="-195" dirty="0">
                <a:solidFill>
                  <a:srgbClr val="585858"/>
                </a:solidFill>
              </a:rPr>
              <a:t>people don’t </a:t>
            </a:r>
            <a:r>
              <a:rPr spc="-235" dirty="0">
                <a:solidFill>
                  <a:srgbClr val="585858"/>
                </a:solidFill>
              </a:rPr>
              <a:t>know </a:t>
            </a:r>
            <a:r>
              <a:rPr spc="-180" dirty="0">
                <a:solidFill>
                  <a:srgbClr val="585858"/>
                </a:solidFill>
              </a:rPr>
              <a:t>about </a:t>
            </a:r>
            <a:r>
              <a:rPr spc="-250" dirty="0">
                <a:solidFill>
                  <a:srgbClr val="585858"/>
                </a:solidFill>
              </a:rPr>
              <a:t>IT</a:t>
            </a:r>
            <a:r>
              <a:rPr spc="190" dirty="0">
                <a:solidFill>
                  <a:srgbClr val="585858"/>
                </a:solidFill>
              </a:rPr>
              <a:t> </a:t>
            </a:r>
            <a:r>
              <a:rPr spc="-220" dirty="0">
                <a:solidFill>
                  <a:srgbClr val="585858"/>
                </a:solidFill>
              </a:rPr>
              <a:t>much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6" y="1823671"/>
            <a:ext cx="4100829" cy="38760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latin typeface="Arial"/>
                <a:cs typeface="Arial"/>
              </a:rPr>
              <a:t>60% </a:t>
            </a:r>
            <a:r>
              <a:rPr sz="2000" spc="-35" dirty="0">
                <a:latin typeface="Arial"/>
                <a:cs typeface="Arial"/>
              </a:rPr>
              <a:t>people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our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country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65000"/>
              </a:lnSpc>
              <a:spcBef>
                <a:spcPts val="5"/>
              </a:spcBef>
            </a:pPr>
            <a:r>
              <a:rPr sz="2000" spc="-10" dirty="0">
                <a:latin typeface="Arial"/>
                <a:cs typeface="Arial"/>
              </a:rPr>
              <a:t>population </a:t>
            </a:r>
            <a:r>
              <a:rPr sz="2000" spc="-40" dirty="0">
                <a:latin typeface="Arial"/>
                <a:cs typeface="Arial"/>
              </a:rPr>
              <a:t>lives </a:t>
            </a:r>
            <a:r>
              <a:rPr sz="2000" spc="5" dirty="0">
                <a:latin typeface="Arial"/>
                <a:cs typeface="Arial"/>
              </a:rPr>
              <a:t>in </a:t>
            </a:r>
            <a:r>
              <a:rPr sz="2000" spc="-30" dirty="0">
                <a:latin typeface="Arial"/>
                <a:cs typeface="Arial"/>
              </a:rPr>
              <a:t>village. </a:t>
            </a:r>
            <a:r>
              <a:rPr sz="2000" spc="-25" dirty="0">
                <a:latin typeface="Arial"/>
                <a:cs typeface="Arial"/>
              </a:rPr>
              <a:t>But </a:t>
            </a:r>
            <a:r>
              <a:rPr sz="2000" spc="65" dirty="0">
                <a:latin typeface="Arial"/>
                <a:cs typeface="Arial"/>
              </a:rPr>
              <a:t>it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30" dirty="0">
                <a:latin typeface="Arial"/>
                <a:cs typeface="Arial"/>
              </a:rPr>
              <a:t>a  </a:t>
            </a:r>
            <a:r>
              <a:rPr sz="2000" spc="20" dirty="0">
                <a:latin typeface="Arial"/>
                <a:cs typeface="Arial"/>
              </a:rPr>
              <a:t>matter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55" dirty="0">
                <a:latin typeface="Arial"/>
                <a:cs typeface="Arial"/>
              </a:rPr>
              <a:t>sorrow </a:t>
            </a:r>
            <a:r>
              <a:rPr sz="2000" spc="30" dirty="0">
                <a:latin typeface="Arial"/>
                <a:cs typeface="Arial"/>
              </a:rPr>
              <a:t>that </a:t>
            </a:r>
            <a:r>
              <a:rPr sz="2000" spc="-40" dirty="0">
                <a:latin typeface="Arial"/>
                <a:cs typeface="Arial"/>
              </a:rPr>
              <a:t>they </a:t>
            </a:r>
            <a:r>
              <a:rPr sz="2000" dirty="0">
                <a:latin typeface="Arial"/>
                <a:cs typeface="Arial"/>
              </a:rPr>
              <a:t>don’t  </a:t>
            </a:r>
            <a:r>
              <a:rPr sz="2000" spc="-25" dirty="0">
                <a:latin typeface="Arial"/>
                <a:cs typeface="Arial"/>
              </a:rPr>
              <a:t>know </a:t>
            </a:r>
            <a:r>
              <a:rPr sz="2000" spc="-15" dirty="0">
                <a:latin typeface="Arial"/>
                <a:cs typeface="Arial"/>
              </a:rPr>
              <a:t>well about </a:t>
            </a:r>
            <a:r>
              <a:rPr sz="2000" spc="-50" dirty="0">
                <a:latin typeface="Arial"/>
                <a:cs typeface="Arial"/>
              </a:rPr>
              <a:t>technology. </a:t>
            </a:r>
            <a:r>
              <a:rPr sz="2000" spc="-125" dirty="0">
                <a:latin typeface="Arial"/>
                <a:cs typeface="Arial"/>
              </a:rPr>
              <a:t>So </a:t>
            </a:r>
            <a:r>
              <a:rPr sz="2000" spc="5" dirty="0">
                <a:latin typeface="Arial"/>
                <a:cs typeface="Arial"/>
              </a:rPr>
              <a:t>their  </a:t>
            </a:r>
            <a:r>
              <a:rPr sz="2000" spc="-15" dirty="0">
                <a:latin typeface="Arial"/>
                <a:cs typeface="Arial"/>
              </a:rPr>
              <a:t>children </a:t>
            </a:r>
            <a:r>
              <a:rPr sz="2000" dirty="0">
                <a:latin typeface="Arial"/>
                <a:cs typeface="Arial"/>
              </a:rPr>
              <a:t>don’t </a:t>
            </a:r>
            <a:r>
              <a:rPr sz="2000" spc="-25" dirty="0">
                <a:latin typeface="Arial"/>
                <a:cs typeface="Arial"/>
              </a:rPr>
              <a:t>know </a:t>
            </a:r>
            <a:r>
              <a:rPr sz="2000" spc="-15" dirty="0">
                <a:latin typeface="Arial"/>
                <a:cs typeface="Arial"/>
              </a:rPr>
              <a:t>about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technology  good.If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-45" dirty="0">
                <a:latin typeface="Arial"/>
                <a:cs typeface="Arial"/>
              </a:rPr>
              <a:t>can successful </a:t>
            </a:r>
            <a:r>
              <a:rPr sz="2000" spc="-5" dirty="0">
                <a:latin typeface="Arial"/>
                <a:cs typeface="Arial"/>
              </a:rPr>
              <a:t>to </a:t>
            </a:r>
            <a:r>
              <a:rPr sz="2000" spc="-65" dirty="0">
                <a:latin typeface="Arial"/>
                <a:cs typeface="Arial"/>
              </a:rPr>
              <a:t>use </a:t>
            </a:r>
            <a:r>
              <a:rPr sz="2000" spc="-5" dirty="0">
                <a:latin typeface="Arial"/>
                <a:cs typeface="Arial"/>
              </a:rPr>
              <a:t>to  </a:t>
            </a:r>
            <a:r>
              <a:rPr sz="2000" spc="15" dirty="0">
                <a:latin typeface="Arial"/>
                <a:cs typeface="Arial"/>
              </a:rPr>
              <a:t>them </a:t>
            </a:r>
            <a:r>
              <a:rPr sz="2000" spc="-15" dirty="0">
                <a:latin typeface="Arial"/>
                <a:cs typeface="Arial"/>
              </a:rPr>
              <a:t>about </a:t>
            </a:r>
            <a:r>
              <a:rPr sz="2000" spc="-30" dirty="0">
                <a:latin typeface="Arial"/>
                <a:cs typeface="Arial"/>
              </a:rPr>
              <a:t>technology,it </a:t>
            </a:r>
            <a:r>
              <a:rPr sz="2000" spc="20" dirty="0">
                <a:latin typeface="Arial"/>
                <a:cs typeface="Arial"/>
              </a:rPr>
              <a:t>will </a:t>
            </a:r>
            <a:r>
              <a:rPr sz="2000" spc="-50" dirty="0">
                <a:latin typeface="Arial"/>
                <a:cs typeface="Arial"/>
              </a:rPr>
              <a:t>be </a:t>
            </a:r>
            <a:r>
              <a:rPr sz="2000" spc="-30" dirty="0">
                <a:latin typeface="Arial"/>
                <a:cs typeface="Arial"/>
              </a:rPr>
              <a:t>a  </a:t>
            </a:r>
            <a:r>
              <a:rPr sz="2000" spc="-20" dirty="0">
                <a:latin typeface="Arial"/>
                <a:cs typeface="Arial"/>
              </a:rPr>
              <a:t>great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achievement.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3543" y="1828800"/>
            <a:ext cx="4593335" cy="403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944815"/>
            <a:ext cx="609600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585858"/>
                </a:solidFill>
              </a:rPr>
              <a:t>High </a:t>
            </a:r>
            <a:r>
              <a:rPr spc="-204" dirty="0">
                <a:solidFill>
                  <a:srgbClr val="585858"/>
                </a:solidFill>
              </a:rPr>
              <a:t>price </a:t>
            </a:r>
            <a:r>
              <a:rPr spc="-175" dirty="0">
                <a:solidFill>
                  <a:srgbClr val="585858"/>
                </a:solidFill>
              </a:rPr>
              <a:t>of</a:t>
            </a:r>
            <a:r>
              <a:rPr spc="50" dirty="0">
                <a:solidFill>
                  <a:srgbClr val="585858"/>
                </a:solidFill>
              </a:rPr>
              <a:t> </a:t>
            </a:r>
            <a:r>
              <a:rPr spc="-195" dirty="0">
                <a:solidFill>
                  <a:srgbClr val="585858"/>
                </a:solidFill>
              </a:rPr>
              <a:t>bandwidth.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8" y="1823671"/>
            <a:ext cx="4078604" cy="38760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60" dirty="0">
                <a:latin typeface="Arial"/>
                <a:cs typeface="Arial"/>
              </a:rPr>
              <a:t>High </a:t>
            </a:r>
            <a:r>
              <a:rPr sz="2000" spc="-25" dirty="0" smtClean="0">
                <a:latin typeface="Arial"/>
                <a:cs typeface="Arial"/>
              </a:rPr>
              <a:t>price </a:t>
            </a:r>
            <a:r>
              <a:rPr sz="2000" spc="10" dirty="0" smtClean="0">
                <a:latin typeface="Arial"/>
                <a:cs typeface="Arial"/>
              </a:rPr>
              <a:t>of</a:t>
            </a:r>
            <a:r>
              <a:rPr lang="en-US" sz="2000" spc="10" dirty="0" smtClean="0">
                <a:latin typeface="Arial"/>
                <a:cs typeface="Arial"/>
              </a:rPr>
              <a:t> 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bandwidth </a:t>
            </a:r>
            <a:r>
              <a:rPr lang="en-US" sz="2000" spc="-15" dirty="0" smtClean="0">
                <a:latin typeface="Arial"/>
                <a:cs typeface="Arial"/>
              </a:rPr>
              <a:t> </a:t>
            </a:r>
            <a:r>
              <a:rPr sz="2000" spc="-25" dirty="0" smtClean="0">
                <a:latin typeface="Arial"/>
                <a:cs typeface="Arial"/>
              </a:rPr>
              <a:t>is</a:t>
            </a:r>
            <a:r>
              <a:rPr lang="en-US" sz="2000" spc="-25" dirty="0" smtClean="0">
                <a:latin typeface="Arial"/>
                <a:cs typeface="Arial"/>
              </a:rPr>
              <a:t>  </a:t>
            </a:r>
            <a:r>
              <a:rPr sz="2000" spc="-245" dirty="0" smtClean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another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65000"/>
              </a:lnSpc>
              <a:spcBef>
                <a:spcPts val="5"/>
              </a:spcBef>
            </a:pPr>
            <a:r>
              <a:rPr sz="2000" spc="-15" dirty="0">
                <a:latin typeface="Arial"/>
                <a:cs typeface="Arial"/>
              </a:rPr>
              <a:t>problem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our </a:t>
            </a:r>
            <a:r>
              <a:rPr sz="2000" spc="-135" dirty="0">
                <a:latin typeface="Arial"/>
                <a:cs typeface="Arial"/>
              </a:rPr>
              <a:t>IT </a:t>
            </a:r>
            <a:r>
              <a:rPr sz="2000" spc="-35" dirty="0">
                <a:latin typeface="Arial"/>
                <a:cs typeface="Arial"/>
              </a:rPr>
              <a:t>industry. </a:t>
            </a:r>
            <a:r>
              <a:rPr sz="2000" spc="25" dirty="0">
                <a:latin typeface="Arial"/>
                <a:cs typeface="Arial"/>
              </a:rPr>
              <a:t>If </a:t>
            </a:r>
            <a:r>
              <a:rPr sz="2000" spc="-65" dirty="0">
                <a:latin typeface="Arial"/>
                <a:cs typeface="Arial"/>
              </a:rPr>
              <a:t>we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think  </a:t>
            </a:r>
            <a:r>
              <a:rPr sz="2000" spc="-15" dirty="0">
                <a:latin typeface="Arial"/>
                <a:cs typeface="Arial"/>
              </a:rPr>
              <a:t>about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world </a:t>
            </a:r>
            <a:r>
              <a:rPr sz="2000" spc="-30" dirty="0">
                <a:latin typeface="Arial"/>
                <a:cs typeface="Arial"/>
              </a:rPr>
              <a:t>or </a:t>
            </a:r>
            <a:r>
              <a:rPr sz="2000" spc="30" dirty="0">
                <a:latin typeface="Arial"/>
                <a:cs typeface="Arial"/>
              </a:rPr>
              <a:t>at </a:t>
            </a:r>
            <a:r>
              <a:rPr sz="2000" spc="-10" dirty="0">
                <a:latin typeface="Arial"/>
                <a:cs typeface="Arial"/>
              </a:rPr>
              <a:t>least </a:t>
            </a:r>
            <a:r>
              <a:rPr sz="2000" spc="-15" dirty="0">
                <a:latin typeface="Arial"/>
                <a:cs typeface="Arial"/>
              </a:rPr>
              <a:t>about </a:t>
            </a:r>
            <a:r>
              <a:rPr sz="2000" dirty="0">
                <a:latin typeface="Arial"/>
                <a:cs typeface="Arial"/>
              </a:rPr>
              <a:t>the  </a:t>
            </a:r>
            <a:r>
              <a:rPr sz="2000" spc="-30" dirty="0">
                <a:latin typeface="Arial"/>
                <a:cs typeface="Arial"/>
              </a:rPr>
              <a:t>south asia </a:t>
            </a:r>
            <a:r>
              <a:rPr sz="2000" spc="-70" dirty="0">
                <a:latin typeface="Arial"/>
                <a:cs typeface="Arial"/>
              </a:rPr>
              <a:t>,we </a:t>
            </a:r>
            <a:r>
              <a:rPr sz="2000" spc="20" dirty="0">
                <a:latin typeface="Arial"/>
                <a:cs typeface="Arial"/>
              </a:rPr>
              <a:t>will </a:t>
            </a:r>
            <a:r>
              <a:rPr sz="2000" spc="-80" dirty="0">
                <a:latin typeface="Arial"/>
                <a:cs typeface="Arial"/>
              </a:rPr>
              <a:t>se </a:t>
            </a:r>
            <a:r>
              <a:rPr sz="2000" spc="30" dirty="0">
                <a:latin typeface="Arial"/>
                <a:cs typeface="Arial"/>
              </a:rPr>
              <a:t>that </a:t>
            </a:r>
            <a:r>
              <a:rPr sz="2000" dirty="0">
                <a:latin typeface="Arial"/>
                <a:cs typeface="Arial"/>
              </a:rPr>
              <a:t>the  </a:t>
            </a:r>
            <a:r>
              <a:rPr sz="2000" spc="-15" dirty="0">
                <a:latin typeface="Arial"/>
                <a:cs typeface="Arial"/>
              </a:rPr>
              <a:t>bandwidth </a:t>
            </a:r>
            <a:r>
              <a:rPr sz="2000" spc="-25" dirty="0">
                <a:latin typeface="Arial"/>
                <a:cs typeface="Arial"/>
              </a:rPr>
              <a:t>price is high </a:t>
            </a:r>
            <a:r>
              <a:rPr sz="2000" dirty="0">
                <a:latin typeface="Arial"/>
                <a:cs typeface="Arial"/>
              </a:rPr>
              <a:t>than </a:t>
            </a:r>
            <a:r>
              <a:rPr sz="2000" spc="-75" dirty="0">
                <a:latin typeface="Arial"/>
                <a:cs typeface="Arial"/>
              </a:rPr>
              <a:t>any  </a:t>
            </a:r>
            <a:r>
              <a:rPr sz="2000" spc="-20" dirty="0">
                <a:latin typeface="Arial"/>
                <a:cs typeface="Arial"/>
              </a:rPr>
              <a:t>other </a:t>
            </a:r>
            <a:r>
              <a:rPr sz="2000" spc="-30" dirty="0">
                <a:latin typeface="Arial"/>
                <a:cs typeface="Arial"/>
              </a:rPr>
              <a:t>countries. </a:t>
            </a:r>
            <a:r>
              <a:rPr sz="2000" spc="-114" dirty="0">
                <a:latin typeface="Arial"/>
                <a:cs typeface="Arial"/>
              </a:rPr>
              <a:t>We </a:t>
            </a:r>
            <a:r>
              <a:rPr sz="2000" spc="-25" dirty="0">
                <a:latin typeface="Arial"/>
                <a:cs typeface="Arial"/>
              </a:rPr>
              <a:t>know </a:t>
            </a:r>
            <a:r>
              <a:rPr sz="2000" spc="30" dirty="0">
                <a:latin typeface="Arial"/>
                <a:cs typeface="Arial"/>
              </a:rPr>
              <a:t>that  </a:t>
            </a:r>
            <a:r>
              <a:rPr sz="2000" spc="-15" dirty="0">
                <a:latin typeface="Arial"/>
                <a:cs typeface="Arial"/>
              </a:rPr>
              <a:t>bandwidth </a:t>
            </a:r>
            <a:r>
              <a:rPr sz="2000" spc="15" dirty="0">
                <a:latin typeface="Arial"/>
                <a:cs typeface="Arial"/>
              </a:rPr>
              <a:t>like </a:t>
            </a:r>
            <a:r>
              <a:rPr sz="2000" spc="-30" dirty="0">
                <a:latin typeface="Arial"/>
                <a:cs typeface="Arial"/>
              </a:rPr>
              <a:t>a </a:t>
            </a:r>
            <a:r>
              <a:rPr sz="2000" spc="5" dirty="0">
                <a:latin typeface="Arial"/>
                <a:cs typeface="Arial"/>
              </a:rPr>
              <a:t>fuel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our  </a:t>
            </a:r>
            <a:r>
              <a:rPr sz="2000" spc="-40" dirty="0">
                <a:latin typeface="Arial"/>
                <a:cs typeface="Arial"/>
              </a:rPr>
              <a:t>technology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sector.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8067" y="1854707"/>
            <a:ext cx="4026408" cy="402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4995" y="655922"/>
            <a:ext cx="769340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75" dirty="0">
                <a:solidFill>
                  <a:srgbClr val="585858"/>
                </a:solidFill>
              </a:rPr>
              <a:t>Not </a:t>
            </a:r>
            <a:r>
              <a:rPr sz="3200" spc="-235" dirty="0">
                <a:solidFill>
                  <a:srgbClr val="585858"/>
                </a:solidFill>
              </a:rPr>
              <a:t>growing </a:t>
            </a:r>
            <a:r>
              <a:rPr sz="3200" spc="-260" dirty="0">
                <a:solidFill>
                  <a:srgbClr val="585858"/>
                </a:solidFill>
              </a:rPr>
              <a:t>good </a:t>
            </a:r>
            <a:r>
              <a:rPr sz="3200" spc="-160" dirty="0">
                <a:solidFill>
                  <a:srgbClr val="585858"/>
                </a:solidFill>
              </a:rPr>
              <a:t>hardware</a:t>
            </a:r>
            <a:r>
              <a:rPr sz="3200" spc="155" dirty="0">
                <a:solidFill>
                  <a:srgbClr val="585858"/>
                </a:solidFill>
              </a:rPr>
              <a:t> </a:t>
            </a:r>
            <a:r>
              <a:rPr sz="3200" spc="-175" dirty="0">
                <a:solidFill>
                  <a:srgbClr val="585858"/>
                </a:solidFill>
              </a:rPr>
              <a:t>companies.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189738" y="1823672"/>
            <a:ext cx="3977004" cy="2860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35" dirty="0">
                <a:latin typeface="Arial"/>
                <a:cs typeface="Arial"/>
              </a:rPr>
              <a:t>It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30" dirty="0">
                <a:latin typeface="Arial"/>
                <a:cs typeface="Arial"/>
              </a:rPr>
              <a:t>a </a:t>
            </a:r>
            <a:r>
              <a:rPr sz="2000" spc="15" dirty="0">
                <a:latin typeface="Arial"/>
                <a:cs typeface="Arial"/>
              </a:rPr>
              <a:t>matter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55" dirty="0">
                <a:latin typeface="Arial"/>
                <a:cs typeface="Arial"/>
              </a:rPr>
              <a:t>sorrow </a:t>
            </a:r>
            <a:r>
              <a:rPr sz="2000" spc="30" dirty="0">
                <a:latin typeface="Arial"/>
                <a:cs typeface="Arial"/>
              </a:rPr>
              <a:t>that</a:t>
            </a:r>
            <a:r>
              <a:rPr sz="2000" spc="-3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-5" dirty="0">
                <a:latin typeface="Arial"/>
                <a:cs typeface="Arial"/>
              </a:rPr>
              <a:t>don’t</a:t>
            </a:r>
            <a:endParaRPr sz="2000" dirty="0">
              <a:latin typeface="Arial"/>
              <a:cs typeface="Arial"/>
            </a:endParaRPr>
          </a:p>
          <a:p>
            <a:pPr marL="12700" marR="435609" algn="just">
              <a:lnSpc>
                <a:spcPct val="165000"/>
              </a:lnSpc>
              <a:spcBef>
                <a:spcPts val="5"/>
              </a:spcBef>
            </a:pPr>
            <a:r>
              <a:rPr sz="2000" spc="-70" dirty="0">
                <a:latin typeface="Arial"/>
                <a:cs typeface="Arial"/>
              </a:rPr>
              <a:t>have </a:t>
            </a:r>
            <a:r>
              <a:rPr sz="2000" spc="-75" dirty="0">
                <a:latin typeface="Arial"/>
                <a:cs typeface="Arial"/>
              </a:rPr>
              <a:t>any </a:t>
            </a:r>
            <a:r>
              <a:rPr sz="2000" spc="-55" dirty="0">
                <a:latin typeface="Arial"/>
                <a:cs typeface="Arial"/>
              </a:rPr>
              <a:t>good </a:t>
            </a:r>
            <a:r>
              <a:rPr sz="2000" spc="-35" dirty="0">
                <a:latin typeface="Arial"/>
                <a:cs typeface="Arial"/>
              </a:rPr>
              <a:t>hardware  companies. </a:t>
            </a:r>
            <a:r>
              <a:rPr sz="2000" spc="-105" dirty="0">
                <a:latin typeface="Arial"/>
                <a:cs typeface="Arial"/>
              </a:rPr>
              <a:t>Our </a:t>
            </a:r>
            <a:r>
              <a:rPr sz="2000" spc="-35" dirty="0">
                <a:latin typeface="Arial"/>
                <a:cs typeface="Arial"/>
              </a:rPr>
              <a:t>hardware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sector  </a:t>
            </a:r>
            <a:r>
              <a:rPr sz="2000" dirty="0">
                <a:latin typeface="Arial"/>
                <a:cs typeface="Arial"/>
              </a:rPr>
              <a:t>don’t </a:t>
            </a:r>
            <a:r>
              <a:rPr sz="2000" spc="-55" dirty="0">
                <a:latin typeface="Arial"/>
                <a:cs typeface="Arial"/>
              </a:rPr>
              <a:t>grow </a:t>
            </a:r>
            <a:r>
              <a:rPr sz="2000" spc="-60" dirty="0">
                <a:latin typeface="Arial"/>
                <a:cs typeface="Arial"/>
              </a:rPr>
              <a:t>as </a:t>
            </a:r>
            <a:r>
              <a:rPr sz="2000" spc="-15" dirty="0">
                <a:latin typeface="Arial"/>
                <a:cs typeface="Arial"/>
              </a:rPr>
              <a:t>much </a:t>
            </a:r>
            <a:r>
              <a:rPr sz="2000" spc="-60" dirty="0">
                <a:latin typeface="Arial"/>
                <a:cs typeface="Arial"/>
              </a:rPr>
              <a:t>as </a:t>
            </a:r>
            <a:r>
              <a:rPr sz="2000" spc="-20" dirty="0">
                <a:latin typeface="Arial"/>
                <a:cs typeface="Arial"/>
              </a:rPr>
              <a:t>software  </a:t>
            </a:r>
            <a:r>
              <a:rPr sz="2000" spc="-10" dirty="0">
                <a:latin typeface="Arial"/>
                <a:cs typeface="Arial"/>
              </a:rPr>
              <a:t>part. </a:t>
            </a:r>
            <a:r>
              <a:rPr sz="2000" spc="35" dirty="0">
                <a:latin typeface="Arial"/>
                <a:cs typeface="Arial"/>
              </a:rPr>
              <a:t>It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30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big </a:t>
            </a:r>
            <a:r>
              <a:rPr sz="2000" spc="-15" dirty="0">
                <a:latin typeface="Arial"/>
                <a:cs typeface="Arial"/>
              </a:rPr>
              <a:t>problem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35" dirty="0">
                <a:latin typeface="Arial"/>
                <a:cs typeface="Arial"/>
              </a:rPr>
              <a:t>our  </a:t>
            </a:r>
            <a:r>
              <a:rPr sz="2000" spc="-30" dirty="0">
                <a:latin typeface="Arial"/>
                <a:cs typeface="Arial"/>
              </a:rPr>
              <a:t>country specially </a:t>
            </a:r>
            <a:r>
              <a:rPr sz="2000" spc="-140" dirty="0">
                <a:latin typeface="Arial"/>
                <a:cs typeface="Arial"/>
              </a:rPr>
              <a:t>IT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industry.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89678" y="1847088"/>
            <a:ext cx="5269991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2" y="533400"/>
            <a:ext cx="6437631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585858"/>
                </a:solidFill>
              </a:rPr>
              <a:t>High </a:t>
            </a:r>
            <a:r>
              <a:rPr spc="-204" dirty="0">
                <a:solidFill>
                  <a:srgbClr val="585858"/>
                </a:solidFill>
              </a:rPr>
              <a:t>price </a:t>
            </a:r>
            <a:r>
              <a:rPr spc="-175" dirty="0">
                <a:solidFill>
                  <a:srgbClr val="585858"/>
                </a:solidFill>
              </a:rPr>
              <a:t>of </a:t>
            </a:r>
            <a:r>
              <a:rPr spc="-250" dirty="0">
                <a:solidFill>
                  <a:srgbClr val="585858"/>
                </a:solidFill>
              </a:rPr>
              <a:t>IT</a:t>
            </a:r>
            <a:r>
              <a:rPr spc="90" dirty="0">
                <a:solidFill>
                  <a:srgbClr val="585858"/>
                </a:solidFill>
              </a:rPr>
              <a:t> </a:t>
            </a:r>
            <a:r>
              <a:rPr spc="-240" dirty="0">
                <a:solidFill>
                  <a:srgbClr val="585858"/>
                </a:solidFill>
              </a:rPr>
              <a:t>products.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7" y="1823671"/>
            <a:ext cx="4118611" cy="23525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Arial"/>
                <a:cs typeface="Arial"/>
              </a:rPr>
              <a:t>Though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-50" dirty="0">
                <a:latin typeface="Arial"/>
                <a:cs typeface="Arial"/>
              </a:rPr>
              <a:t>achieve </a:t>
            </a:r>
            <a:r>
              <a:rPr sz="2000" spc="-40" dirty="0">
                <a:latin typeface="Arial"/>
                <a:cs typeface="Arial"/>
              </a:rPr>
              <a:t>many </a:t>
            </a:r>
            <a:r>
              <a:rPr sz="2000" spc="-75" dirty="0">
                <a:latin typeface="Arial"/>
                <a:cs typeface="Arial"/>
              </a:rPr>
              <a:t>success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in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65000"/>
              </a:lnSpc>
              <a:spcBef>
                <a:spcPts val="5"/>
              </a:spcBef>
            </a:pP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5" dirty="0">
                <a:latin typeface="Arial"/>
                <a:cs typeface="Arial"/>
              </a:rPr>
              <a:t>but </a:t>
            </a:r>
            <a:r>
              <a:rPr sz="2000" spc="20" dirty="0">
                <a:latin typeface="Arial"/>
                <a:cs typeface="Arial"/>
              </a:rPr>
              <a:t>still </a:t>
            </a:r>
            <a:r>
              <a:rPr sz="2000" spc="-55" dirty="0">
                <a:latin typeface="Arial"/>
                <a:cs typeface="Arial"/>
              </a:rPr>
              <a:t>now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35" dirty="0">
                <a:latin typeface="Arial"/>
                <a:cs typeface="Arial"/>
              </a:rPr>
              <a:t>products  </a:t>
            </a:r>
            <a:r>
              <a:rPr sz="2000" spc="-55" dirty="0">
                <a:latin typeface="Arial"/>
                <a:cs typeface="Arial"/>
              </a:rPr>
              <a:t>such </a:t>
            </a:r>
            <a:r>
              <a:rPr sz="2000" spc="15" dirty="0">
                <a:latin typeface="Arial"/>
                <a:cs typeface="Arial"/>
              </a:rPr>
              <a:t>like </a:t>
            </a:r>
            <a:r>
              <a:rPr sz="2000" spc="-215" dirty="0">
                <a:latin typeface="Arial"/>
                <a:cs typeface="Arial"/>
              </a:rPr>
              <a:t>PC </a:t>
            </a:r>
            <a:r>
              <a:rPr sz="2000" spc="-45" dirty="0">
                <a:latin typeface="Arial"/>
                <a:cs typeface="Arial"/>
              </a:rPr>
              <a:t>,Laptop </a:t>
            </a:r>
            <a:r>
              <a:rPr sz="2000" spc="-30" dirty="0">
                <a:latin typeface="Arial"/>
                <a:cs typeface="Arial"/>
              </a:rPr>
              <a:t>,Mobile ,Printer’s  </a:t>
            </a:r>
            <a:r>
              <a:rPr sz="2000" spc="-25" dirty="0">
                <a:latin typeface="Arial"/>
                <a:cs typeface="Arial"/>
              </a:rPr>
              <a:t>price is </a:t>
            </a:r>
            <a:r>
              <a:rPr sz="2000" spc="-35" dirty="0">
                <a:latin typeface="Arial"/>
                <a:cs typeface="Arial"/>
              </a:rPr>
              <a:t>high. </a:t>
            </a:r>
            <a:r>
              <a:rPr sz="2000" spc="-114" dirty="0">
                <a:latin typeface="Arial"/>
                <a:cs typeface="Arial"/>
              </a:rPr>
              <a:t>We </a:t>
            </a:r>
            <a:r>
              <a:rPr sz="2000" spc="-50" dirty="0">
                <a:latin typeface="Arial"/>
                <a:cs typeface="Arial"/>
              </a:rPr>
              <a:t>need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keep </a:t>
            </a:r>
            <a:r>
              <a:rPr sz="2000" spc="5" dirty="0">
                <a:latin typeface="Arial"/>
                <a:cs typeface="Arial"/>
              </a:rPr>
              <a:t>this  </a:t>
            </a:r>
            <a:r>
              <a:rPr sz="2000" spc="-35" dirty="0">
                <a:latin typeface="Arial"/>
                <a:cs typeface="Arial"/>
              </a:rPr>
              <a:t>products </a:t>
            </a:r>
            <a:r>
              <a:rPr sz="2000" spc="-25" dirty="0">
                <a:latin typeface="Arial"/>
                <a:cs typeface="Arial"/>
              </a:rPr>
              <a:t>price </a:t>
            </a:r>
            <a:r>
              <a:rPr sz="2000" spc="30" dirty="0">
                <a:latin typeface="Arial"/>
                <a:cs typeface="Arial"/>
              </a:rPr>
              <a:t>at </a:t>
            </a:r>
            <a:r>
              <a:rPr sz="2000" spc="-30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reasonable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level.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7276" y="1837943"/>
            <a:ext cx="4940808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1" y="505902"/>
            <a:ext cx="480060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>
                <a:solidFill>
                  <a:srgbClr val="585858"/>
                </a:solidFill>
              </a:rPr>
              <a:t>Electricity</a:t>
            </a:r>
            <a:r>
              <a:rPr spc="-210" dirty="0">
                <a:solidFill>
                  <a:srgbClr val="585858"/>
                </a:solidFill>
              </a:rPr>
              <a:t> </a:t>
            </a:r>
            <a:r>
              <a:rPr spc="-185" dirty="0">
                <a:solidFill>
                  <a:srgbClr val="585858"/>
                </a:solidFill>
              </a:rPr>
              <a:t>problem.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6" y="1340868"/>
            <a:ext cx="4191635" cy="4941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latin typeface="Arial"/>
                <a:cs typeface="Arial"/>
              </a:rPr>
              <a:t>Electricity </a:t>
            </a:r>
            <a:r>
              <a:rPr sz="1900" spc="-15" dirty="0">
                <a:latin typeface="Arial"/>
                <a:cs typeface="Arial"/>
              </a:rPr>
              <a:t>problem </a:t>
            </a:r>
            <a:r>
              <a:rPr sz="1900" spc="-20" dirty="0">
                <a:latin typeface="Arial"/>
                <a:cs typeface="Arial"/>
              </a:rPr>
              <a:t>is </a:t>
            </a:r>
            <a:r>
              <a:rPr sz="1900" spc="-50" dirty="0">
                <a:latin typeface="Arial"/>
                <a:cs typeface="Arial"/>
              </a:rPr>
              <a:t>one </a:t>
            </a:r>
            <a:r>
              <a:rPr sz="1900" spc="5" dirty="0">
                <a:latin typeface="Arial"/>
                <a:cs typeface="Arial"/>
              </a:rPr>
              <a:t>of</a:t>
            </a:r>
            <a:r>
              <a:rPr sz="1900" spc="-24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the</a:t>
            </a:r>
            <a:endParaRPr sz="19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900" dirty="0">
                <a:latin typeface="Arial"/>
                <a:cs typeface="Arial"/>
              </a:rPr>
              <a:t>most </a:t>
            </a:r>
            <a:r>
              <a:rPr sz="1900" spc="-15" dirty="0">
                <a:latin typeface="Arial"/>
                <a:cs typeface="Arial"/>
              </a:rPr>
              <a:t>problem </a:t>
            </a:r>
            <a:r>
              <a:rPr sz="1900" spc="10" dirty="0">
                <a:latin typeface="Arial"/>
                <a:cs typeface="Arial"/>
              </a:rPr>
              <a:t>in </a:t>
            </a:r>
            <a:r>
              <a:rPr sz="1900" spc="-30" dirty="0">
                <a:latin typeface="Arial"/>
                <a:cs typeface="Arial"/>
              </a:rPr>
              <a:t>our</a:t>
            </a:r>
            <a:r>
              <a:rPr sz="1900" spc="-335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country.so</a:t>
            </a:r>
            <a:endParaRPr sz="1900" dirty="0">
              <a:latin typeface="Arial"/>
              <a:cs typeface="Arial"/>
            </a:endParaRPr>
          </a:p>
          <a:p>
            <a:pPr marL="12700" marR="347980" algn="just">
              <a:lnSpc>
                <a:spcPct val="159000"/>
              </a:lnSpc>
            </a:pPr>
            <a:r>
              <a:rPr sz="1900" spc="-15" dirty="0">
                <a:latin typeface="Arial"/>
                <a:cs typeface="Arial"/>
              </a:rPr>
              <a:t>simply </a:t>
            </a:r>
            <a:r>
              <a:rPr sz="1900" spc="65" dirty="0">
                <a:latin typeface="Arial"/>
                <a:cs typeface="Arial"/>
              </a:rPr>
              <a:t>it </a:t>
            </a:r>
            <a:r>
              <a:rPr sz="1900" spc="-20" dirty="0">
                <a:latin typeface="Arial"/>
                <a:cs typeface="Arial"/>
              </a:rPr>
              <a:t>is </a:t>
            </a:r>
            <a:r>
              <a:rPr sz="1900" spc="-35" dirty="0">
                <a:latin typeface="Arial"/>
                <a:cs typeface="Arial"/>
              </a:rPr>
              <a:t>a </a:t>
            </a:r>
            <a:r>
              <a:rPr sz="1900" spc="-15" dirty="0">
                <a:latin typeface="Arial"/>
                <a:cs typeface="Arial"/>
              </a:rPr>
              <a:t>problem </a:t>
            </a:r>
            <a:r>
              <a:rPr sz="1900" spc="10" dirty="0">
                <a:latin typeface="Arial"/>
                <a:cs typeface="Arial"/>
              </a:rPr>
              <a:t>in</a:t>
            </a:r>
            <a:r>
              <a:rPr sz="1900" spc="-355" dirty="0">
                <a:latin typeface="Arial"/>
                <a:cs typeface="Arial"/>
              </a:rPr>
              <a:t> </a:t>
            </a:r>
            <a:r>
              <a:rPr sz="1900" spc="-135" dirty="0">
                <a:latin typeface="Arial"/>
                <a:cs typeface="Arial"/>
              </a:rPr>
              <a:t>IT </a:t>
            </a:r>
            <a:r>
              <a:rPr sz="1900" spc="-55" dirty="0">
                <a:latin typeface="Arial"/>
                <a:cs typeface="Arial"/>
              </a:rPr>
              <a:t>sector. </a:t>
            </a:r>
            <a:r>
              <a:rPr sz="1900" spc="-100" dirty="0">
                <a:latin typeface="Arial"/>
                <a:cs typeface="Arial"/>
              </a:rPr>
              <a:t>For  </a:t>
            </a:r>
            <a:r>
              <a:rPr sz="1900" spc="-5" dirty="0">
                <a:latin typeface="Arial"/>
                <a:cs typeface="Arial"/>
              </a:rPr>
              <a:t>the </a:t>
            </a:r>
            <a:r>
              <a:rPr sz="1900" spc="-30" dirty="0">
                <a:latin typeface="Arial"/>
                <a:cs typeface="Arial"/>
              </a:rPr>
              <a:t>crisis </a:t>
            </a:r>
            <a:r>
              <a:rPr sz="1900" spc="5" dirty="0">
                <a:latin typeface="Arial"/>
                <a:cs typeface="Arial"/>
              </a:rPr>
              <a:t>of </a:t>
            </a:r>
            <a:r>
              <a:rPr sz="1900" spc="-10" dirty="0">
                <a:latin typeface="Arial"/>
                <a:cs typeface="Arial"/>
              </a:rPr>
              <a:t>electricity </a:t>
            </a:r>
            <a:r>
              <a:rPr sz="1900" spc="-50" dirty="0">
                <a:latin typeface="Arial"/>
                <a:cs typeface="Arial"/>
              </a:rPr>
              <a:t>,many </a:t>
            </a:r>
            <a:r>
              <a:rPr sz="1900" spc="-135" dirty="0">
                <a:latin typeface="Arial"/>
                <a:cs typeface="Arial"/>
              </a:rPr>
              <a:t>IT  </a:t>
            </a:r>
            <a:r>
              <a:rPr sz="1900" spc="-20" dirty="0">
                <a:latin typeface="Arial"/>
                <a:cs typeface="Arial"/>
              </a:rPr>
              <a:t>industry </a:t>
            </a:r>
            <a:r>
              <a:rPr sz="1900" spc="-45" dirty="0">
                <a:latin typeface="Arial"/>
                <a:cs typeface="Arial"/>
              </a:rPr>
              <a:t>can </a:t>
            </a:r>
            <a:r>
              <a:rPr sz="1900" dirty="0">
                <a:latin typeface="Arial"/>
                <a:cs typeface="Arial"/>
              </a:rPr>
              <a:t>not </a:t>
            </a:r>
            <a:r>
              <a:rPr sz="1900" spc="-30" dirty="0">
                <a:latin typeface="Arial"/>
                <a:cs typeface="Arial"/>
              </a:rPr>
              <a:t>create </a:t>
            </a:r>
            <a:r>
              <a:rPr sz="1900" spc="5" dirty="0">
                <a:latin typeface="Arial"/>
                <a:cs typeface="Arial"/>
              </a:rPr>
              <a:t>their</a:t>
            </a:r>
            <a:r>
              <a:rPr sz="1900" spc="-270" dirty="0">
                <a:latin typeface="Arial"/>
                <a:cs typeface="Arial"/>
              </a:rPr>
              <a:t> </a:t>
            </a:r>
            <a:r>
              <a:rPr sz="1900" spc="-30" dirty="0">
                <a:latin typeface="Arial"/>
                <a:cs typeface="Arial"/>
              </a:rPr>
              <a:t>product.  In </a:t>
            </a:r>
            <a:r>
              <a:rPr sz="1900" spc="-20" dirty="0">
                <a:latin typeface="Arial"/>
                <a:cs typeface="Arial"/>
              </a:rPr>
              <a:t>village </a:t>
            </a:r>
            <a:r>
              <a:rPr sz="1900" spc="-5" dirty="0">
                <a:latin typeface="Arial"/>
                <a:cs typeface="Arial"/>
              </a:rPr>
              <a:t>the </a:t>
            </a:r>
            <a:r>
              <a:rPr sz="1900" spc="-10" dirty="0">
                <a:latin typeface="Arial"/>
                <a:cs typeface="Arial"/>
              </a:rPr>
              <a:t>electricity </a:t>
            </a:r>
            <a:r>
              <a:rPr sz="1900" spc="-15" dirty="0">
                <a:latin typeface="Arial"/>
                <a:cs typeface="Arial"/>
              </a:rPr>
              <a:t>problem </a:t>
            </a:r>
            <a:r>
              <a:rPr sz="1900" spc="-20" dirty="0">
                <a:latin typeface="Arial"/>
                <a:cs typeface="Arial"/>
              </a:rPr>
              <a:t>is  more more </a:t>
            </a:r>
            <a:r>
              <a:rPr sz="1900" spc="-35" dirty="0">
                <a:latin typeface="Arial"/>
                <a:cs typeface="Arial"/>
              </a:rPr>
              <a:t>bigger </a:t>
            </a:r>
            <a:r>
              <a:rPr sz="1900" spc="-5" dirty="0">
                <a:latin typeface="Arial"/>
                <a:cs typeface="Arial"/>
              </a:rPr>
              <a:t>than </a:t>
            </a:r>
            <a:r>
              <a:rPr sz="1900" spc="-10" dirty="0">
                <a:latin typeface="Arial"/>
                <a:cs typeface="Arial"/>
              </a:rPr>
              <a:t>the</a:t>
            </a:r>
            <a:r>
              <a:rPr sz="1900" spc="-204" dirty="0">
                <a:latin typeface="Arial"/>
                <a:cs typeface="Arial"/>
              </a:rPr>
              <a:t> </a:t>
            </a:r>
            <a:r>
              <a:rPr sz="1900" spc="-15" dirty="0">
                <a:latin typeface="Arial"/>
                <a:cs typeface="Arial"/>
              </a:rPr>
              <a:t>city</a:t>
            </a:r>
            <a:endParaRPr sz="19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900" spc="-50" dirty="0">
                <a:latin typeface="Arial"/>
                <a:cs typeface="Arial"/>
              </a:rPr>
              <a:t>area. </a:t>
            </a:r>
            <a:r>
              <a:rPr sz="1900" spc="-40" dirty="0">
                <a:latin typeface="Arial"/>
                <a:cs typeface="Arial"/>
              </a:rPr>
              <a:t>World Development </a:t>
            </a:r>
            <a:r>
              <a:rPr sz="1900" spc="-15" dirty="0">
                <a:latin typeface="Arial"/>
                <a:cs typeface="Arial"/>
              </a:rPr>
              <a:t>bank </a:t>
            </a:r>
            <a:r>
              <a:rPr sz="1900" spc="-10" dirty="0">
                <a:latin typeface="Arial"/>
                <a:cs typeface="Arial"/>
              </a:rPr>
              <a:t>did</a:t>
            </a:r>
            <a:r>
              <a:rPr sz="1900" spc="-140" dirty="0">
                <a:latin typeface="Arial"/>
                <a:cs typeface="Arial"/>
              </a:rPr>
              <a:t> </a:t>
            </a:r>
            <a:r>
              <a:rPr sz="1900" spc="-35" dirty="0">
                <a:latin typeface="Arial"/>
                <a:cs typeface="Arial"/>
              </a:rPr>
              <a:t>a</a:t>
            </a:r>
            <a:endParaRPr sz="1900" dirty="0">
              <a:latin typeface="Arial"/>
              <a:cs typeface="Arial"/>
            </a:endParaRPr>
          </a:p>
          <a:p>
            <a:pPr marL="12700" marR="5080" algn="just">
              <a:lnSpc>
                <a:spcPct val="158900"/>
              </a:lnSpc>
              <a:spcBef>
                <a:spcPts val="5"/>
              </a:spcBef>
            </a:pPr>
            <a:r>
              <a:rPr sz="1900" spc="-45" dirty="0">
                <a:latin typeface="Arial"/>
                <a:cs typeface="Arial"/>
              </a:rPr>
              <a:t>research </a:t>
            </a:r>
            <a:r>
              <a:rPr sz="1900" spc="-35" dirty="0">
                <a:latin typeface="Arial"/>
                <a:cs typeface="Arial"/>
              </a:rPr>
              <a:t>and </a:t>
            </a:r>
            <a:r>
              <a:rPr sz="1900" spc="-45" dirty="0">
                <a:latin typeface="Arial"/>
                <a:cs typeface="Arial"/>
              </a:rPr>
              <a:t>they </a:t>
            </a:r>
            <a:r>
              <a:rPr sz="1900" spc="-30" dirty="0">
                <a:latin typeface="Arial"/>
                <a:cs typeface="Arial"/>
              </a:rPr>
              <a:t>said </a:t>
            </a:r>
            <a:r>
              <a:rPr sz="1900" spc="20" dirty="0">
                <a:latin typeface="Arial"/>
                <a:cs typeface="Arial"/>
              </a:rPr>
              <a:t>that </a:t>
            </a:r>
            <a:r>
              <a:rPr sz="1900" spc="-5" dirty="0">
                <a:latin typeface="Arial"/>
                <a:cs typeface="Arial"/>
              </a:rPr>
              <a:t>the </a:t>
            </a:r>
            <a:r>
              <a:rPr sz="1900" spc="-30" dirty="0">
                <a:latin typeface="Arial"/>
                <a:cs typeface="Arial"/>
              </a:rPr>
              <a:t>growth  </a:t>
            </a:r>
            <a:r>
              <a:rPr sz="1900" spc="5" dirty="0">
                <a:latin typeface="Arial"/>
                <a:cs typeface="Arial"/>
              </a:rPr>
              <a:t>of </a:t>
            </a:r>
            <a:r>
              <a:rPr sz="1900" spc="-35" dirty="0">
                <a:latin typeface="Arial"/>
                <a:cs typeface="Arial"/>
              </a:rPr>
              <a:t>our </a:t>
            </a:r>
            <a:r>
              <a:rPr sz="1900" spc="-135" dirty="0">
                <a:latin typeface="Arial"/>
                <a:cs typeface="Arial"/>
              </a:rPr>
              <a:t>IT </a:t>
            </a:r>
            <a:r>
              <a:rPr sz="1900" spc="-20" dirty="0">
                <a:latin typeface="Arial"/>
                <a:cs typeface="Arial"/>
              </a:rPr>
              <a:t>industry </a:t>
            </a:r>
            <a:r>
              <a:rPr sz="1900" spc="-90" dirty="0">
                <a:latin typeface="Arial"/>
                <a:cs typeface="Arial"/>
              </a:rPr>
              <a:t>6% </a:t>
            </a:r>
            <a:r>
              <a:rPr sz="1900" spc="-40" dirty="0">
                <a:latin typeface="Arial"/>
                <a:cs typeface="Arial"/>
              </a:rPr>
              <a:t>slower </a:t>
            </a:r>
            <a:r>
              <a:rPr sz="1900" spc="-55" dirty="0">
                <a:latin typeface="Arial"/>
                <a:cs typeface="Arial"/>
              </a:rPr>
              <a:t>because</a:t>
            </a:r>
            <a:r>
              <a:rPr sz="1900" spc="-14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the  </a:t>
            </a:r>
            <a:r>
              <a:rPr sz="1900" spc="-25" dirty="0">
                <a:latin typeface="Arial"/>
                <a:cs typeface="Arial"/>
              </a:rPr>
              <a:t>crisis </a:t>
            </a:r>
            <a:r>
              <a:rPr sz="1900" spc="5" dirty="0">
                <a:latin typeface="Arial"/>
                <a:cs typeface="Arial"/>
              </a:rPr>
              <a:t>of</a:t>
            </a:r>
            <a:r>
              <a:rPr sz="1900" spc="-135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electricity.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89677" y="1676400"/>
            <a:ext cx="4253483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016" y="655922"/>
            <a:ext cx="967638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90" dirty="0">
                <a:solidFill>
                  <a:srgbClr val="585858"/>
                </a:solidFill>
              </a:rPr>
              <a:t>Lack </a:t>
            </a:r>
            <a:r>
              <a:rPr sz="3200" spc="-160" dirty="0">
                <a:solidFill>
                  <a:srgbClr val="585858"/>
                </a:solidFill>
              </a:rPr>
              <a:t>of </a:t>
            </a:r>
            <a:r>
              <a:rPr sz="3200" spc="-145" dirty="0">
                <a:solidFill>
                  <a:srgbClr val="585858"/>
                </a:solidFill>
              </a:rPr>
              <a:t>practical </a:t>
            </a:r>
            <a:r>
              <a:rPr sz="3200" spc="-185" dirty="0">
                <a:solidFill>
                  <a:srgbClr val="585858"/>
                </a:solidFill>
              </a:rPr>
              <a:t>knowledge </a:t>
            </a:r>
            <a:r>
              <a:rPr sz="3200" spc="-155" dirty="0">
                <a:solidFill>
                  <a:srgbClr val="585858"/>
                </a:solidFill>
              </a:rPr>
              <a:t>about</a:t>
            </a:r>
            <a:r>
              <a:rPr sz="3200" spc="100" dirty="0">
                <a:solidFill>
                  <a:srgbClr val="585858"/>
                </a:solidFill>
              </a:rPr>
              <a:t> </a:t>
            </a:r>
            <a:r>
              <a:rPr sz="3200" spc="-220" dirty="0">
                <a:solidFill>
                  <a:srgbClr val="585858"/>
                </a:solidFill>
              </a:rPr>
              <a:t>technology.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189739" y="1625641"/>
            <a:ext cx="3879215" cy="43069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5000"/>
              </a:lnSpc>
              <a:spcBef>
                <a:spcPts val="105"/>
              </a:spcBef>
            </a:pP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5" dirty="0">
                <a:latin typeface="Arial"/>
                <a:cs typeface="Arial"/>
              </a:rPr>
              <a:t>practical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knowledge 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15" dirty="0">
                <a:latin typeface="Arial"/>
                <a:cs typeface="Arial"/>
              </a:rPr>
              <a:t>must.In </a:t>
            </a:r>
            <a:r>
              <a:rPr sz="2000" spc="5" dirty="0">
                <a:latin typeface="Arial"/>
                <a:cs typeface="Arial"/>
              </a:rPr>
              <a:t>this </a:t>
            </a:r>
            <a:r>
              <a:rPr sz="2000" spc="-40" dirty="0">
                <a:latin typeface="Arial"/>
                <a:cs typeface="Arial"/>
              </a:rPr>
              <a:t>sector </a:t>
            </a:r>
            <a:r>
              <a:rPr sz="2000" spc="-10" dirty="0">
                <a:latin typeface="Arial"/>
                <a:cs typeface="Arial"/>
              </a:rPr>
              <a:t>practical  </a:t>
            </a:r>
            <a:r>
              <a:rPr sz="2000" spc="-35" dirty="0">
                <a:latin typeface="Arial"/>
                <a:cs typeface="Arial"/>
              </a:rPr>
              <a:t>knowledge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15" dirty="0">
                <a:latin typeface="Arial"/>
                <a:cs typeface="Arial"/>
              </a:rPr>
              <a:t>more </a:t>
            </a:r>
            <a:r>
              <a:rPr sz="2000" spc="-35" dirty="0">
                <a:latin typeface="Arial"/>
                <a:cs typeface="Arial"/>
              </a:rPr>
              <a:t>valueable </a:t>
            </a:r>
            <a:r>
              <a:rPr sz="2000" dirty="0">
                <a:latin typeface="Arial"/>
                <a:cs typeface="Arial"/>
              </a:rPr>
              <a:t>than  the </a:t>
            </a:r>
            <a:r>
              <a:rPr sz="2000" spc="-10" dirty="0">
                <a:latin typeface="Arial"/>
                <a:cs typeface="Arial"/>
              </a:rPr>
              <a:t>theoretical </a:t>
            </a:r>
            <a:r>
              <a:rPr sz="2000" spc="-40" dirty="0">
                <a:latin typeface="Arial"/>
                <a:cs typeface="Arial"/>
              </a:rPr>
              <a:t>knowledge. </a:t>
            </a:r>
            <a:r>
              <a:rPr sz="2000" spc="-25" dirty="0">
                <a:latin typeface="Arial"/>
                <a:cs typeface="Arial"/>
              </a:rPr>
              <a:t>But </a:t>
            </a:r>
            <a:r>
              <a:rPr sz="2000" spc="10" dirty="0">
                <a:latin typeface="Arial"/>
                <a:cs typeface="Arial"/>
              </a:rPr>
              <a:t>in  </a:t>
            </a:r>
            <a:r>
              <a:rPr sz="2000" spc="-50" dirty="0">
                <a:latin typeface="Arial"/>
                <a:cs typeface="Arial"/>
              </a:rPr>
              <a:t>Bangladesh </a:t>
            </a:r>
            <a:r>
              <a:rPr sz="2000" spc="-15" dirty="0">
                <a:latin typeface="Arial"/>
                <a:cs typeface="Arial"/>
              </a:rPr>
              <a:t>there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30" dirty="0">
                <a:latin typeface="Arial"/>
                <a:cs typeface="Arial"/>
              </a:rPr>
              <a:t>a </a:t>
            </a:r>
            <a:r>
              <a:rPr sz="2000" spc="-15" dirty="0">
                <a:latin typeface="Arial"/>
                <a:cs typeface="Arial"/>
              </a:rPr>
              <a:t>problem </a:t>
            </a:r>
            <a:r>
              <a:rPr sz="2000" spc="10" dirty="0">
                <a:latin typeface="Arial"/>
                <a:cs typeface="Arial"/>
              </a:rPr>
              <a:t>of 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practical </a:t>
            </a:r>
            <a:r>
              <a:rPr sz="2000" spc="-40" dirty="0">
                <a:latin typeface="Arial"/>
                <a:cs typeface="Arial"/>
              </a:rPr>
              <a:t>knowledge. Lack </a:t>
            </a:r>
            <a:r>
              <a:rPr sz="2000" spc="10" dirty="0">
                <a:latin typeface="Arial"/>
                <a:cs typeface="Arial"/>
              </a:rPr>
              <a:t>of  </a:t>
            </a:r>
            <a:r>
              <a:rPr sz="2000" spc="-10" dirty="0">
                <a:latin typeface="Arial"/>
                <a:cs typeface="Arial"/>
              </a:rPr>
              <a:t>practical </a:t>
            </a:r>
            <a:r>
              <a:rPr sz="2000" spc="-35" dirty="0">
                <a:latin typeface="Arial"/>
                <a:cs typeface="Arial"/>
              </a:rPr>
              <a:t>knowledge </a:t>
            </a:r>
            <a:r>
              <a:rPr sz="2000" spc="-15" dirty="0">
                <a:latin typeface="Arial"/>
                <a:cs typeface="Arial"/>
              </a:rPr>
              <a:t>about  </a:t>
            </a:r>
            <a:r>
              <a:rPr sz="2000" spc="-40" dirty="0">
                <a:latin typeface="Arial"/>
                <a:cs typeface="Arial"/>
              </a:rPr>
              <a:t>technology </a:t>
            </a:r>
            <a:r>
              <a:rPr sz="2000" spc="-10" dirty="0">
                <a:latin typeface="Arial"/>
                <a:cs typeface="Arial"/>
              </a:rPr>
              <a:t>trying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35" dirty="0">
                <a:latin typeface="Arial"/>
                <a:cs typeface="Arial"/>
              </a:rPr>
              <a:t>stop our  </a:t>
            </a:r>
            <a:r>
              <a:rPr sz="2000" spc="-75" dirty="0">
                <a:latin typeface="Arial"/>
                <a:cs typeface="Arial"/>
              </a:rPr>
              <a:t>success</a:t>
            </a:r>
            <a:r>
              <a:rPr sz="2000" spc="-75" dirty="0">
                <a:solidFill>
                  <a:srgbClr val="585858"/>
                </a:solidFill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86044" y="1905000"/>
            <a:ext cx="4370832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22337"/>
            <a:ext cx="7659624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>
                <a:solidFill>
                  <a:srgbClr val="585858"/>
                </a:solidFill>
              </a:rPr>
              <a:t>Need </a:t>
            </a:r>
            <a:r>
              <a:rPr spc="-170" dirty="0">
                <a:solidFill>
                  <a:srgbClr val="585858"/>
                </a:solidFill>
              </a:rPr>
              <a:t>land </a:t>
            </a:r>
            <a:r>
              <a:rPr spc="-190" dirty="0">
                <a:solidFill>
                  <a:srgbClr val="585858"/>
                </a:solidFill>
              </a:rPr>
              <a:t>to </a:t>
            </a:r>
            <a:r>
              <a:rPr spc="-200" dirty="0">
                <a:solidFill>
                  <a:srgbClr val="585858"/>
                </a:solidFill>
              </a:rPr>
              <a:t>build </a:t>
            </a:r>
            <a:r>
              <a:rPr spc="-60" dirty="0">
                <a:solidFill>
                  <a:srgbClr val="585858"/>
                </a:solidFill>
              </a:rPr>
              <a:t>a</a:t>
            </a:r>
            <a:r>
              <a:rPr spc="145" dirty="0">
                <a:solidFill>
                  <a:srgbClr val="585858"/>
                </a:solidFill>
              </a:rPr>
              <a:t> </a:t>
            </a:r>
            <a:r>
              <a:rPr spc="-204" dirty="0">
                <a:solidFill>
                  <a:srgbClr val="585858"/>
                </a:solidFill>
              </a:rPr>
              <a:t>factory.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6" y="1797762"/>
            <a:ext cx="3846829" cy="40235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Arial"/>
                <a:cs typeface="Arial"/>
              </a:rPr>
              <a:t>Bangladesh </a:t>
            </a:r>
            <a:r>
              <a:rPr sz="1900" spc="-20" dirty="0">
                <a:latin typeface="Arial"/>
                <a:cs typeface="Arial"/>
              </a:rPr>
              <a:t>is </a:t>
            </a:r>
            <a:r>
              <a:rPr sz="1900" spc="-35" dirty="0">
                <a:latin typeface="Arial"/>
                <a:cs typeface="Arial"/>
              </a:rPr>
              <a:t>a </a:t>
            </a:r>
            <a:r>
              <a:rPr sz="1900" spc="5" dirty="0">
                <a:latin typeface="Arial"/>
                <a:cs typeface="Arial"/>
              </a:rPr>
              <a:t>small </a:t>
            </a:r>
            <a:r>
              <a:rPr sz="1900" spc="-40" dirty="0">
                <a:latin typeface="Arial"/>
                <a:cs typeface="Arial"/>
              </a:rPr>
              <a:t>country. </a:t>
            </a:r>
            <a:r>
              <a:rPr sz="1900" spc="-125" dirty="0">
                <a:latin typeface="Arial"/>
                <a:cs typeface="Arial"/>
              </a:rPr>
              <a:t>So</a:t>
            </a:r>
            <a:r>
              <a:rPr sz="1900" spc="-250" dirty="0">
                <a:latin typeface="Arial"/>
                <a:cs typeface="Arial"/>
              </a:rPr>
              <a:t> </a:t>
            </a:r>
            <a:r>
              <a:rPr lang="en-US" sz="1900" spc="-250" dirty="0" smtClean="0">
                <a:latin typeface="Arial"/>
                <a:cs typeface="Arial"/>
              </a:rPr>
              <a:t> </a:t>
            </a:r>
            <a:r>
              <a:rPr sz="1900" spc="-65" dirty="0" smtClean="0">
                <a:latin typeface="Arial"/>
                <a:cs typeface="Arial"/>
              </a:rPr>
              <a:t>we</a:t>
            </a:r>
            <a:endParaRPr sz="1900" dirty="0">
              <a:latin typeface="Arial"/>
              <a:cs typeface="Arial"/>
            </a:endParaRPr>
          </a:p>
          <a:p>
            <a:pPr marL="12700" marR="13335" algn="just">
              <a:lnSpc>
                <a:spcPct val="158900"/>
              </a:lnSpc>
              <a:spcBef>
                <a:spcPts val="5"/>
              </a:spcBef>
            </a:pPr>
            <a:r>
              <a:rPr sz="1900" spc="-45" dirty="0">
                <a:latin typeface="Arial"/>
                <a:cs typeface="Arial"/>
              </a:rPr>
              <a:t>do </a:t>
            </a:r>
            <a:r>
              <a:rPr sz="1900" spc="-5" dirty="0">
                <a:latin typeface="Arial"/>
                <a:cs typeface="Arial"/>
              </a:rPr>
              <a:t>not </a:t>
            </a:r>
            <a:r>
              <a:rPr sz="1900" spc="-25" dirty="0">
                <a:latin typeface="Arial"/>
                <a:cs typeface="Arial"/>
              </a:rPr>
              <a:t>get </a:t>
            </a:r>
            <a:r>
              <a:rPr sz="1900" spc="-45" dirty="0">
                <a:latin typeface="Arial"/>
                <a:cs typeface="Arial"/>
              </a:rPr>
              <a:t>many </a:t>
            </a:r>
            <a:r>
              <a:rPr sz="1900" spc="-15" dirty="0">
                <a:latin typeface="Arial"/>
                <a:cs typeface="Arial"/>
              </a:rPr>
              <a:t>land </a:t>
            </a:r>
            <a:r>
              <a:rPr sz="1900" spc="-10" dirty="0">
                <a:latin typeface="Arial"/>
                <a:cs typeface="Arial"/>
              </a:rPr>
              <a:t>to </a:t>
            </a:r>
            <a:r>
              <a:rPr sz="1900" spc="-5" dirty="0">
                <a:latin typeface="Arial"/>
                <a:cs typeface="Arial"/>
              </a:rPr>
              <a:t>build </a:t>
            </a:r>
            <a:r>
              <a:rPr sz="1900" spc="-35" dirty="0">
                <a:latin typeface="Arial"/>
                <a:cs typeface="Arial"/>
              </a:rPr>
              <a:t>a  factory. </a:t>
            </a:r>
            <a:r>
              <a:rPr sz="1900" spc="-70" dirty="0">
                <a:latin typeface="Arial"/>
                <a:cs typeface="Arial"/>
              </a:rPr>
              <a:t>Because </a:t>
            </a:r>
            <a:r>
              <a:rPr sz="1900" spc="-5" dirty="0">
                <a:latin typeface="Arial"/>
                <a:cs typeface="Arial"/>
              </a:rPr>
              <a:t>the </a:t>
            </a:r>
            <a:r>
              <a:rPr sz="1900" spc="-30" dirty="0">
                <a:latin typeface="Arial"/>
                <a:cs typeface="Arial"/>
              </a:rPr>
              <a:t>crisis </a:t>
            </a:r>
            <a:r>
              <a:rPr sz="1900" spc="5" dirty="0">
                <a:latin typeface="Arial"/>
                <a:cs typeface="Arial"/>
              </a:rPr>
              <a:t>of </a:t>
            </a:r>
            <a:r>
              <a:rPr sz="1900" spc="-15" dirty="0">
                <a:latin typeface="Arial"/>
                <a:cs typeface="Arial"/>
              </a:rPr>
              <a:t>land</a:t>
            </a:r>
            <a:r>
              <a:rPr sz="1900" spc="-235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we  </a:t>
            </a:r>
            <a:r>
              <a:rPr sz="1900" dirty="0">
                <a:latin typeface="Arial"/>
                <a:cs typeface="Arial"/>
              </a:rPr>
              <a:t>don’t </a:t>
            </a:r>
            <a:r>
              <a:rPr sz="1900" spc="10" dirty="0">
                <a:latin typeface="Arial"/>
                <a:cs typeface="Arial"/>
              </a:rPr>
              <a:t>start </a:t>
            </a:r>
            <a:r>
              <a:rPr sz="1900" spc="-20" dirty="0">
                <a:latin typeface="Arial"/>
                <a:cs typeface="Arial"/>
              </a:rPr>
              <a:t>big </a:t>
            </a:r>
            <a:r>
              <a:rPr sz="1900" spc="-25" dirty="0">
                <a:latin typeface="Arial"/>
                <a:cs typeface="Arial"/>
              </a:rPr>
              <a:t>factories. </a:t>
            </a:r>
            <a:r>
              <a:rPr sz="1900" spc="-80" dirty="0">
                <a:latin typeface="Arial"/>
                <a:cs typeface="Arial"/>
              </a:rPr>
              <a:t>This </a:t>
            </a:r>
            <a:r>
              <a:rPr sz="1900" spc="-20" dirty="0">
                <a:latin typeface="Arial"/>
                <a:cs typeface="Arial"/>
              </a:rPr>
              <a:t>is</a:t>
            </a:r>
            <a:r>
              <a:rPr sz="1900" spc="-285" dirty="0">
                <a:latin typeface="Arial"/>
                <a:cs typeface="Arial"/>
              </a:rPr>
              <a:t> </a:t>
            </a:r>
            <a:r>
              <a:rPr sz="1900" spc="-35" dirty="0">
                <a:latin typeface="Arial"/>
                <a:cs typeface="Arial"/>
              </a:rPr>
              <a:t>a</a:t>
            </a:r>
            <a:endParaRPr sz="1900" dirty="0">
              <a:latin typeface="Arial"/>
              <a:cs typeface="Arial"/>
            </a:endParaRPr>
          </a:p>
          <a:p>
            <a:pPr marL="12700" marR="386080" algn="just">
              <a:lnSpc>
                <a:spcPct val="158900"/>
              </a:lnSpc>
              <a:spcBef>
                <a:spcPts val="5"/>
              </a:spcBef>
            </a:pPr>
            <a:r>
              <a:rPr sz="1900" spc="-25" dirty="0">
                <a:latin typeface="Arial"/>
                <a:cs typeface="Arial"/>
              </a:rPr>
              <a:t>problem. </a:t>
            </a:r>
            <a:r>
              <a:rPr sz="1900" spc="-125" dirty="0">
                <a:latin typeface="Arial"/>
                <a:cs typeface="Arial"/>
              </a:rPr>
              <a:t>Few </a:t>
            </a:r>
            <a:r>
              <a:rPr sz="1900" spc="-5" dirty="0">
                <a:latin typeface="Arial"/>
                <a:cs typeface="Arial"/>
              </a:rPr>
              <a:t>month’s </a:t>
            </a:r>
            <a:r>
              <a:rPr sz="1900" spc="-60" dirty="0">
                <a:latin typeface="Arial"/>
                <a:cs typeface="Arial"/>
              </a:rPr>
              <a:t>ago </a:t>
            </a:r>
            <a:r>
              <a:rPr sz="1900" spc="-20" dirty="0">
                <a:latin typeface="Arial"/>
                <a:cs typeface="Arial"/>
              </a:rPr>
              <a:t>Indian  </a:t>
            </a:r>
            <a:r>
              <a:rPr sz="1900" spc="-270" dirty="0">
                <a:latin typeface="Arial"/>
                <a:cs typeface="Arial"/>
              </a:rPr>
              <a:t>TATA </a:t>
            </a:r>
            <a:r>
              <a:rPr sz="1900" spc="-45" dirty="0">
                <a:latin typeface="Arial"/>
                <a:cs typeface="Arial"/>
              </a:rPr>
              <a:t>company </a:t>
            </a:r>
            <a:r>
              <a:rPr sz="1900" spc="-30" dirty="0">
                <a:latin typeface="Arial"/>
                <a:cs typeface="Arial"/>
              </a:rPr>
              <a:t>came </a:t>
            </a:r>
            <a:r>
              <a:rPr sz="1900" spc="-50" dirty="0">
                <a:latin typeface="Arial"/>
                <a:cs typeface="Arial"/>
              </a:rPr>
              <a:t>Bangladesh  </a:t>
            </a:r>
            <a:r>
              <a:rPr sz="1900" spc="-35" dirty="0">
                <a:latin typeface="Arial"/>
                <a:cs typeface="Arial"/>
              </a:rPr>
              <a:t>and </a:t>
            </a:r>
            <a:r>
              <a:rPr sz="1900" spc="-40" dirty="0">
                <a:latin typeface="Arial"/>
                <a:cs typeface="Arial"/>
              </a:rPr>
              <a:t>they </a:t>
            </a:r>
            <a:r>
              <a:rPr sz="1900" spc="-20" dirty="0">
                <a:latin typeface="Arial"/>
                <a:cs typeface="Arial"/>
              </a:rPr>
              <a:t>want </a:t>
            </a:r>
            <a:r>
              <a:rPr sz="1900" spc="-15" dirty="0">
                <a:latin typeface="Arial"/>
                <a:cs typeface="Arial"/>
              </a:rPr>
              <a:t>land </a:t>
            </a:r>
            <a:r>
              <a:rPr sz="1900" spc="-75" dirty="0">
                <a:latin typeface="Arial"/>
                <a:cs typeface="Arial"/>
              </a:rPr>
              <a:t>so </a:t>
            </a:r>
            <a:r>
              <a:rPr sz="1900" spc="20" dirty="0">
                <a:latin typeface="Arial"/>
                <a:cs typeface="Arial"/>
              </a:rPr>
              <a:t>that</a:t>
            </a:r>
            <a:r>
              <a:rPr sz="1900" spc="-180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they</a:t>
            </a:r>
            <a:endParaRPr sz="1900" dirty="0">
              <a:latin typeface="Arial"/>
              <a:cs typeface="Arial"/>
            </a:endParaRPr>
          </a:p>
          <a:p>
            <a:pPr marL="12700" marR="187960" algn="just">
              <a:lnSpc>
                <a:spcPct val="158900"/>
              </a:lnSpc>
              <a:spcBef>
                <a:spcPts val="5"/>
              </a:spcBef>
            </a:pPr>
            <a:r>
              <a:rPr sz="1900" spc="-5" dirty="0">
                <a:latin typeface="Arial"/>
                <a:cs typeface="Arial"/>
              </a:rPr>
              <a:t>build </a:t>
            </a:r>
            <a:r>
              <a:rPr sz="1900" spc="-35" dirty="0">
                <a:latin typeface="Arial"/>
                <a:cs typeface="Arial"/>
              </a:rPr>
              <a:t>a factory. </a:t>
            </a:r>
            <a:r>
              <a:rPr sz="1900" spc="-25" dirty="0">
                <a:latin typeface="Arial"/>
                <a:cs typeface="Arial"/>
              </a:rPr>
              <a:t>But </a:t>
            </a:r>
            <a:r>
              <a:rPr sz="1900" spc="-65" dirty="0">
                <a:latin typeface="Arial"/>
                <a:cs typeface="Arial"/>
              </a:rPr>
              <a:t>we </a:t>
            </a:r>
            <a:r>
              <a:rPr sz="1900" dirty="0">
                <a:latin typeface="Arial"/>
                <a:cs typeface="Arial"/>
              </a:rPr>
              <a:t>don’t </a:t>
            </a:r>
            <a:r>
              <a:rPr sz="1900" spc="-25" dirty="0">
                <a:latin typeface="Arial"/>
                <a:cs typeface="Arial"/>
              </a:rPr>
              <a:t>able</a:t>
            </a:r>
            <a:r>
              <a:rPr sz="1900" spc="-24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to  </a:t>
            </a:r>
            <a:r>
              <a:rPr sz="1900" spc="-55" dirty="0">
                <a:latin typeface="Arial"/>
                <a:cs typeface="Arial"/>
              </a:rPr>
              <a:t>give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them.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3542" y="1752600"/>
            <a:ext cx="4253484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5771" y="944815"/>
            <a:ext cx="9561831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>
                <a:solidFill>
                  <a:srgbClr val="585858"/>
                </a:solidFill>
              </a:rPr>
              <a:t>Crisis </a:t>
            </a:r>
            <a:r>
              <a:rPr spc="-175" dirty="0">
                <a:solidFill>
                  <a:srgbClr val="585858"/>
                </a:solidFill>
              </a:rPr>
              <a:t>of </a:t>
            </a:r>
            <a:r>
              <a:rPr spc="-185" dirty="0">
                <a:solidFill>
                  <a:srgbClr val="585858"/>
                </a:solidFill>
              </a:rPr>
              <a:t>hardware </a:t>
            </a:r>
            <a:r>
              <a:rPr spc="-190" dirty="0">
                <a:solidFill>
                  <a:srgbClr val="585858"/>
                </a:solidFill>
              </a:rPr>
              <a:t>to </a:t>
            </a:r>
            <a:r>
              <a:rPr spc="-250" dirty="0">
                <a:solidFill>
                  <a:srgbClr val="585858"/>
                </a:solidFill>
              </a:rPr>
              <a:t>use </a:t>
            </a:r>
            <a:r>
              <a:rPr spc="-140" dirty="0">
                <a:solidFill>
                  <a:srgbClr val="585858"/>
                </a:solidFill>
              </a:rPr>
              <a:t>full</a:t>
            </a:r>
            <a:r>
              <a:rPr spc="375" dirty="0">
                <a:solidFill>
                  <a:srgbClr val="585858"/>
                </a:solidFill>
              </a:rPr>
              <a:t> </a:t>
            </a:r>
            <a:r>
              <a:rPr spc="-195" dirty="0">
                <a:solidFill>
                  <a:srgbClr val="585858"/>
                </a:solidFill>
              </a:rPr>
              <a:t>bandwidth.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8" y="1823671"/>
            <a:ext cx="4002404" cy="38760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latin typeface="Arial"/>
                <a:cs typeface="Arial"/>
              </a:rPr>
              <a:t>Every </a:t>
            </a:r>
            <a:r>
              <a:rPr sz="2000" spc="-60" dirty="0">
                <a:latin typeface="Arial"/>
                <a:cs typeface="Arial"/>
              </a:rPr>
              <a:t>year </a:t>
            </a:r>
            <a:r>
              <a:rPr sz="2000" spc="-65" dirty="0">
                <a:latin typeface="Arial"/>
                <a:cs typeface="Arial"/>
              </a:rPr>
              <a:t>we buy </a:t>
            </a:r>
            <a:r>
              <a:rPr sz="2000" spc="-15" dirty="0">
                <a:latin typeface="Arial"/>
                <a:cs typeface="Arial"/>
              </a:rPr>
              <a:t>bandwidth </a:t>
            </a:r>
            <a:r>
              <a:rPr sz="2000" spc="-5" dirty="0">
                <a:latin typeface="Arial"/>
                <a:cs typeface="Arial"/>
              </a:rPr>
              <a:t>what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</a:t>
            </a:r>
            <a:endParaRPr sz="2000" dirty="0">
              <a:latin typeface="Arial"/>
              <a:cs typeface="Arial"/>
            </a:endParaRPr>
          </a:p>
          <a:p>
            <a:pPr marL="12700" marR="50800" algn="just">
              <a:lnSpc>
                <a:spcPct val="165000"/>
              </a:lnSpc>
              <a:spcBef>
                <a:spcPts val="5"/>
              </a:spcBef>
            </a:pPr>
            <a:r>
              <a:rPr sz="2000" spc="-75" dirty="0">
                <a:latin typeface="Arial"/>
                <a:cs typeface="Arial"/>
              </a:rPr>
              <a:t>so </a:t>
            </a:r>
            <a:r>
              <a:rPr sz="2000" spc="-15" dirty="0">
                <a:latin typeface="Arial"/>
                <a:cs typeface="Arial"/>
              </a:rPr>
              <a:t>much </a:t>
            </a:r>
            <a:r>
              <a:rPr sz="2000" spc="-35" dirty="0">
                <a:latin typeface="Arial"/>
                <a:cs typeface="Arial"/>
              </a:rPr>
              <a:t>costly </a:t>
            </a:r>
            <a:r>
              <a:rPr sz="2000" spc="5" dirty="0">
                <a:latin typeface="Arial"/>
                <a:cs typeface="Arial"/>
              </a:rPr>
              <a:t>but </a:t>
            </a:r>
            <a:r>
              <a:rPr sz="2000" spc="-15" dirty="0">
                <a:latin typeface="Arial"/>
                <a:cs typeface="Arial"/>
              </a:rPr>
              <a:t>unfortunately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we  </a:t>
            </a:r>
            <a:r>
              <a:rPr sz="2000" spc="-45" dirty="0">
                <a:latin typeface="Arial"/>
                <a:cs typeface="Arial"/>
              </a:rPr>
              <a:t>do </a:t>
            </a:r>
            <a:r>
              <a:rPr sz="2000" spc="-10" dirty="0">
                <a:latin typeface="Arial"/>
                <a:cs typeface="Arial"/>
              </a:rPr>
              <a:t>not </a:t>
            </a:r>
            <a:r>
              <a:rPr sz="2000" spc="-65" dirty="0">
                <a:latin typeface="Arial"/>
                <a:cs typeface="Arial"/>
              </a:rPr>
              <a:t>use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full </a:t>
            </a:r>
            <a:r>
              <a:rPr sz="2000" spc="-20" dirty="0">
                <a:latin typeface="Arial"/>
                <a:cs typeface="Arial"/>
              </a:rPr>
              <a:t>bandwidth. </a:t>
            </a:r>
            <a:r>
              <a:rPr sz="2000" spc="30" dirty="0">
                <a:latin typeface="Arial"/>
                <a:cs typeface="Arial"/>
              </a:rPr>
              <a:t>It </a:t>
            </a:r>
            <a:r>
              <a:rPr sz="2000" spc="20" dirty="0">
                <a:latin typeface="Arial"/>
                <a:cs typeface="Arial"/>
              </a:rPr>
              <a:t>will  </a:t>
            </a:r>
            <a:r>
              <a:rPr sz="2000" spc="-50" dirty="0">
                <a:latin typeface="Arial"/>
                <a:cs typeface="Arial"/>
              </a:rPr>
              <a:t>be </a:t>
            </a:r>
            <a:r>
              <a:rPr sz="2000" spc="-40" dirty="0">
                <a:latin typeface="Arial"/>
                <a:cs typeface="Arial"/>
              </a:rPr>
              <a:t>unbleaveable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40" dirty="0">
                <a:latin typeface="Arial"/>
                <a:cs typeface="Arial"/>
              </a:rPr>
              <a:t>many </a:t>
            </a:r>
            <a:r>
              <a:rPr sz="2000" spc="-35" dirty="0">
                <a:latin typeface="Arial"/>
                <a:cs typeface="Arial"/>
              </a:rPr>
              <a:t>people  </a:t>
            </a:r>
            <a:r>
              <a:rPr sz="2000" spc="5" dirty="0">
                <a:latin typeface="Arial"/>
                <a:cs typeface="Arial"/>
              </a:rPr>
              <a:t>but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true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that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we use </a:t>
            </a:r>
            <a:r>
              <a:rPr sz="2000" dirty="0">
                <a:latin typeface="Arial"/>
                <a:cs typeface="Arial"/>
              </a:rPr>
              <a:t>just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40%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of  </a:t>
            </a:r>
            <a:r>
              <a:rPr sz="2000" spc="-20" dirty="0">
                <a:latin typeface="Arial"/>
                <a:cs typeface="Arial"/>
              </a:rPr>
              <a:t>bandwidth. </a:t>
            </a:r>
            <a:r>
              <a:rPr sz="2000" spc="-60" dirty="0">
                <a:latin typeface="Arial"/>
                <a:cs typeface="Arial"/>
              </a:rPr>
              <a:t>Other </a:t>
            </a:r>
            <a:r>
              <a:rPr sz="2000" spc="-40" dirty="0">
                <a:latin typeface="Arial"/>
                <a:cs typeface="Arial"/>
              </a:rPr>
              <a:t>60%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50" dirty="0">
                <a:latin typeface="Arial"/>
                <a:cs typeface="Arial"/>
              </a:rPr>
              <a:t>unused  </a:t>
            </a:r>
            <a:r>
              <a:rPr sz="2000" spc="-55" dirty="0">
                <a:latin typeface="Arial"/>
                <a:cs typeface="Arial"/>
              </a:rPr>
              <a:t>because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-70" dirty="0">
                <a:latin typeface="Arial"/>
                <a:cs typeface="Arial"/>
              </a:rPr>
              <a:t>have </a:t>
            </a:r>
            <a:r>
              <a:rPr sz="2000" spc="-45" dirty="0">
                <a:latin typeface="Arial"/>
                <a:cs typeface="Arial"/>
              </a:rPr>
              <a:t>no </a:t>
            </a:r>
            <a:r>
              <a:rPr sz="2000" spc="-40" dirty="0">
                <a:latin typeface="Arial"/>
                <a:cs typeface="Arial"/>
              </a:rPr>
              <a:t>technology </a:t>
            </a:r>
            <a:r>
              <a:rPr sz="2000" dirty="0">
                <a:latin typeface="Arial"/>
                <a:cs typeface="Arial"/>
              </a:rPr>
              <a:t>to  </a:t>
            </a:r>
            <a:r>
              <a:rPr sz="2000" spc="-65" dirty="0">
                <a:latin typeface="Arial"/>
                <a:cs typeface="Arial"/>
              </a:rPr>
              <a:t>use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60%.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3542" y="1918716"/>
            <a:ext cx="4253484" cy="4011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7371" y="505902"/>
            <a:ext cx="5980431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>
                <a:solidFill>
                  <a:srgbClr val="585858"/>
                </a:solidFill>
              </a:rPr>
              <a:t>Political </a:t>
            </a:r>
            <a:r>
              <a:rPr spc="-250" dirty="0">
                <a:solidFill>
                  <a:srgbClr val="585858"/>
                </a:solidFill>
              </a:rPr>
              <a:t>various</a:t>
            </a:r>
            <a:r>
              <a:rPr spc="-130" dirty="0">
                <a:solidFill>
                  <a:srgbClr val="585858"/>
                </a:solidFill>
              </a:rPr>
              <a:t> </a:t>
            </a:r>
            <a:r>
              <a:rPr spc="-200" dirty="0">
                <a:solidFill>
                  <a:srgbClr val="585858"/>
                </a:solidFill>
              </a:rPr>
              <a:t>reason.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738" y="1823670"/>
            <a:ext cx="3970020" cy="2860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Political </a:t>
            </a:r>
            <a:r>
              <a:rPr sz="2000" spc="-50" dirty="0">
                <a:latin typeface="Arial"/>
                <a:cs typeface="Arial"/>
              </a:rPr>
              <a:t>various reason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35" dirty="0">
                <a:latin typeface="Arial"/>
                <a:cs typeface="Arial"/>
              </a:rPr>
              <a:t>also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65000"/>
              </a:lnSpc>
              <a:spcBef>
                <a:spcPts val="5"/>
              </a:spcBef>
            </a:pPr>
            <a:r>
              <a:rPr sz="2000" spc="-60" dirty="0">
                <a:latin typeface="Arial"/>
                <a:cs typeface="Arial"/>
              </a:rPr>
              <a:t>cause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50" dirty="0">
                <a:latin typeface="Arial"/>
                <a:cs typeface="Arial"/>
              </a:rPr>
              <a:t>develop </a:t>
            </a:r>
            <a:r>
              <a:rPr sz="2000" spc="-35" dirty="0">
                <a:latin typeface="Arial"/>
                <a:cs typeface="Arial"/>
              </a:rPr>
              <a:t>our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20" dirty="0">
                <a:latin typeface="Arial"/>
                <a:cs typeface="Arial"/>
              </a:rPr>
              <a:t>industry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.Our  </a:t>
            </a:r>
            <a:r>
              <a:rPr sz="2000" spc="-30" dirty="0">
                <a:latin typeface="Arial"/>
                <a:cs typeface="Arial"/>
              </a:rPr>
              <a:t>country’s </a:t>
            </a:r>
            <a:r>
              <a:rPr sz="2000" spc="10" dirty="0">
                <a:latin typeface="Arial"/>
                <a:cs typeface="Arial"/>
              </a:rPr>
              <a:t>political </a:t>
            </a:r>
            <a:r>
              <a:rPr sz="2000" dirty="0">
                <a:latin typeface="Arial"/>
                <a:cs typeface="Arial"/>
              </a:rPr>
              <a:t>situation </a:t>
            </a:r>
            <a:r>
              <a:rPr sz="2000" spc="-60" dirty="0">
                <a:latin typeface="Arial"/>
                <a:cs typeface="Arial"/>
              </a:rPr>
              <a:t>does </a:t>
            </a:r>
            <a:r>
              <a:rPr sz="2000" spc="-5" dirty="0">
                <a:latin typeface="Arial"/>
                <a:cs typeface="Arial"/>
              </a:rPr>
              <a:t>not  remain </a:t>
            </a:r>
            <a:r>
              <a:rPr sz="2000" spc="-20" dirty="0">
                <a:latin typeface="Arial"/>
                <a:cs typeface="Arial"/>
              </a:rPr>
              <a:t>stable </a:t>
            </a:r>
            <a:r>
              <a:rPr sz="2000" spc="20" dirty="0">
                <a:latin typeface="Arial"/>
                <a:cs typeface="Arial"/>
              </a:rPr>
              <a:t>all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10" dirty="0">
                <a:latin typeface="Arial"/>
                <a:cs typeface="Arial"/>
              </a:rPr>
              <a:t>time. </a:t>
            </a:r>
            <a:r>
              <a:rPr sz="2000" spc="-80" dirty="0">
                <a:latin typeface="Arial"/>
                <a:cs typeface="Arial"/>
              </a:rPr>
              <a:t>Due </a:t>
            </a:r>
            <a:r>
              <a:rPr sz="2000" spc="-5" dirty="0">
                <a:latin typeface="Arial"/>
                <a:cs typeface="Arial"/>
              </a:rPr>
              <a:t>to  </a:t>
            </a:r>
            <a:r>
              <a:rPr sz="2000" spc="5" dirty="0">
                <a:latin typeface="Arial"/>
                <a:cs typeface="Arial"/>
              </a:rPr>
              <a:t>this </a:t>
            </a:r>
            <a:r>
              <a:rPr sz="2000" spc="-50" dirty="0">
                <a:latin typeface="Arial"/>
                <a:cs typeface="Arial"/>
              </a:rPr>
              <a:t>reason </a:t>
            </a:r>
            <a:r>
              <a:rPr sz="2000" spc="-30" dirty="0">
                <a:latin typeface="Arial"/>
                <a:cs typeface="Arial"/>
              </a:rPr>
              <a:t>our </a:t>
            </a:r>
            <a:r>
              <a:rPr sz="2000" spc="-135" dirty="0">
                <a:latin typeface="Arial"/>
                <a:cs typeface="Arial"/>
              </a:rPr>
              <a:t>IT </a:t>
            </a:r>
            <a:r>
              <a:rPr sz="2000" spc="-20" dirty="0">
                <a:latin typeface="Arial"/>
                <a:cs typeface="Arial"/>
              </a:rPr>
              <a:t>industry </a:t>
            </a:r>
            <a:r>
              <a:rPr sz="2000" spc="20" dirty="0">
                <a:latin typeface="Arial"/>
                <a:cs typeface="Arial"/>
              </a:rPr>
              <a:t>will </a:t>
            </a:r>
            <a:r>
              <a:rPr sz="2000" spc="-5" dirty="0">
                <a:latin typeface="Arial"/>
                <a:cs typeface="Arial"/>
              </a:rPr>
              <a:t>not  </a:t>
            </a:r>
            <a:r>
              <a:rPr sz="2000" spc="-55" dirty="0">
                <a:latin typeface="Arial"/>
                <a:cs typeface="Arial"/>
              </a:rPr>
              <a:t>develop.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3540" y="1828804"/>
            <a:ext cx="4745736" cy="3456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4536" y="944815"/>
            <a:ext cx="10164064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5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Prospects </a:t>
            </a:r>
            <a:r>
              <a:rPr u="heavy" spc="-17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of </a:t>
            </a:r>
            <a:r>
              <a:rPr u="heavy" spc="-25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IT </a:t>
            </a:r>
            <a:r>
              <a:rPr u="heavy" spc="-22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Industry </a:t>
            </a:r>
            <a:r>
              <a:rPr u="heavy" spc="-14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In</a:t>
            </a:r>
            <a:r>
              <a:rPr u="heavy" spc="27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 </a:t>
            </a:r>
            <a:r>
              <a:rPr u="heavy" spc="-22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Bangladesh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4536" y="1630535"/>
            <a:ext cx="4434205" cy="4366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09600" algn="just">
              <a:lnSpc>
                <a:spcPct val="149000"/>
              </a:lnSpc>
              <a:spcBef>
                <a:spcPts val="105"/>
              </a:spcBef>
            </a:pPr>
            <a:r>
              <a:rPr sz="1900" spc="-60" dirty="0">
                <a:latin typeface="Arial"/>
                <a:cs typeface="Arial"/>
              </a:rPr>
              <a:t>Besides </a:t>
            </a:r>
            <a:r>
              <a:rPr sz="1900" dirty="0">
                <a:latin typeface="Arial"/>
                <a:cs typeface="Arial"/>
              </a:rPr>
              <a:t>this </a:t>
            </a:r>
            <a:r>
              <a:rPr sz="1900" spc="-25" dirty="0">
                <a:latin typeface="Arial"/>
                <a:cs typeface="Arial"/>
              </a:rPr>
              <a:t>problems </a:t>
            </a:r>
            <a:r>
              <a:rPr sz="1900" spc="-35" dirty="0">
                <a:latin typeface="Arial"/>
                <a:cs typeface="Arial"/>
              </a:rPr>
              <a:t>our </a:t>
            </a:r>
            <a:r>
              <a:rPr sz="1900" spc="-135" dirty="0">
                <a:latin typeface="Arial"/>
                <a:cs typeface="Arial"/>
              </a:rPr>
              <a:t>IT </a:t>
            </a:r>
            <a:r>
              <a:rPr sz="1900" spc="-20" dirty="0">
                <a:latin typeface="Arial"/>
                <a:cs typeface="Arial"/>
              </a:rPr>
              <a:t>industry  </a:t>
            </a:r>
            <a:r>
              <a:rPr sz="1900" spc="-40" dirty="0">
                <a:latin typeface="Arial"/>
                <a:cs typeface="Arial"/>
              </a:rPr>
              <a:t>growing </a:t>
            </a:r>
            <a:r>
              <a:rPr sz="1900" spc="-75" dirty="0">
                <a:latin typeface="Arial"/>
                <a:cs typeface="Arial"/>
              </a:rPr>
              <a:t>day </a:t>
            </a:r>
            <a:r>
              <a:rPr sz="1900" spc="-90" dirty="0">
                <a:latin typeface="Arial"/>
                <a:cs typeface="Arial"/>
              </a:rPr>
              <a:t>by </a:t>
            </a:r>
            <a:r>
              <a:rPr sz="1900" spc="-95" dirty="0">
                <a:latin typeface="Arial"/>
                <a:cs typeface="Arial"/>
              </a:rPr>
              <a:t>day. </a:t>
            </a:r>
            <a:r>
              <a:rPr sz="1900" spc="-100" dirty="0">
                <a:latin typeface="Arial"/>
                <a:cs typeface="Arial"/>
              </a:rPr>
              <a:t>Our </a:t>
            </a:r>
            <a:r>
              <a:rPr sz="1900" spc="-35" dirty="0">
                <a:latin typeface="Arial"/>
                <a:cs typeface="Arial"/>
              </a:rPr>
              <a:t>people  especially </a:t>
            </a:r>
            <a:r>
              <a:rPr sz="1900" spc="-20" dirty="0">
                <a:latin typeface="Arial"/>
                <a:cs typeface="Arial"/>
              </a:rPr>
              <a:t>village </a:t>
            </a:r>
            <a:r>
              <a:rPr sz="1900" spc="-35" dirty="0">
                <a:latin typeface="Arial"/>
                <a:cs typeface="Arial"/>
              </a:rPr>
              <a:t>people</a:t>
            </a:r>
            <a:r>
              <a:rPr sz="1900" spc="-19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knowing</a:t>
            </a:r>
            <a:endParaRPr sz="1900" dirty="0">
              <a:latin typeface="Arial"/>
              <a:cs typeface="Arial"/>
            </a:endParaRPr>
          </a:p>
          <a:p>
            <a:pPr marL="12700" marR="5080" algn="just">
              <a:lnSpc>
                <a:spcPts val="3400"/>
              </a:lnSpc>
              <a:spcBef>
                <a:spcPts val="295"/>
              </a:spcBef>
            </a:pPr>
            <a:r>
              <a:rPr sz="1900" spc="-20" dirty="0">
                <a:latin typeface="Arial"/>
                <a:cs typeface="Arial"/>
              </a:rPr>
              <a:t>about </a:t>
            </a:r>
            <a:r>
              <a:rPr sz="1900" spc="-50" dirty="0">
                <a:latin typeface="Arial"/>
                <a:cs typeface="Arial"/>
              </a:rPr>
              <a:t>technology. </a:t>
            </a:r>
            <a:r>
              <a:rPr sz="1900" spc="30" dirty="0">
                <a:latin typeface="Arial"/>
                <a:cs typeface="Arial"/>
              </a:rPr>
              <a:t>It </a:t>
            </a:r>
            <a:r>
              <a:rPr sz="1900" spc="-20" dirty="0">
                <a:latin typeface="Arial"/>
                <a:cs typeface="Arial"/>
              </a:rPr>
              <a:t>is </a:t>
            </a:r>
            <a:r>
              <a:rPr sz="1900" spc="-35" dirty="0">
                <a:latin typeface="Arial"/>
                <a:cs typeface="Arial"/>
              </a:rPr>
              <a:t>a </a:t>
            </a:r>
            <a:r>
              <a:rPr sz="1900" spc="-20" dirty="0">
                <a:latin typeface="Arial"/>
                <a:cs typeface="Arial"/>
              </a:rPr>
              <a:t>big </a:t>
            </a:r>
            <a:r>
              <a:rPr sz="1900" spc="-35" dirty="0">
                <a:latin typeface="Arial"/>
                <a:cs typeface="Arial"/>
              </a:rPr>
              <a:t>achievement.  </a:t>
            </a:r>
            <a:r>
              <a:rPr sz="1900" spc="-100" dirty="0">
                <a:latin typeface="Arial"/>
                <a:cs typeface="Arial"/>
              </a:rPr>
              <a:t>Our </a:t>
            </a:r>
            <a:r>
              <a:rPr sz="1900" spc="-35" dirty="0">
                <a:latin typeface="Arial"/>
                <a:cs typeface="Arial"/>
              </a:rPr>
              <a:t>government </a:t>
            </a:r>
            <a:r>
              <a:rPr sz="1900" dirty="0">
                <a:latin typeface="Arial"/>
                <a:cs typeface="Arial"/>
              </a:rPr>
              <a:t>take </a:t>
            </a:r>
            <a:r>
              <a:rPr sz="1900" spc="-40" dirty="0">
                <a:latin typeface="Arial"/>
                <a:cs typeface="Arial"/>
              </a:rPr>
              <a:t>some </a:t>
            </a:r>
            <a:r>
              <a:rPr sz="1900" spc="10" dirty="0">
                <a:latin typeface="Arial"/>
                <a:cs typeface="Arial"/>
              </a:rPr>
              <a:t>important  </a:t>
            </a:r>
            <a:r>
              <a:rPr sz="1900" spc="-20" dirty="0">
                <a:latin typeface="Arial"/>
                <a:cs typeface="Arial"/>
              </a:rPr>
              <a:t>project </a:t>
            </a:r>
            <a:r>
              <a:rPr sz="1900" spc="-5" dirty="0">
                <a:latin typeface="Arial"/>
                <a:cs typeface="Arial"/>
              </a:rPr>
              <a:t>to build </a:t>
            </a:r>
            <a:r>
              <a:rPr sz="1900" spc="-35" dirty="0">
                <a:latin typeface="Arial"/>
                <a:cs typeface="Arial"/>
              </a:rPr>
              <a:t>a </a:t>
            </a:r>
            <a:r>
              <a:rPr sz="1900" spc="-25" dirty="0">
                <a:latin typeface="Arial"/>
                <a:cs typeface="Arial"/>
              </a:rPr>
              <a:t>technological </a:t>
            </a:r>
            <a:r>
              <a:rPr sz="1900" spc="-15" dirty="0">
                <a:latin typeface="Arial"/>
                <a:cs typeface="Arial"/>
              </a:rPr>
              <a:t>nation.</a:t>
            </a:r>
            <a:r>
              <a:rPr sz="1900" spc="-310" dirty="0">
                <a:latin typeface="Arial"/>
                <a:cs typeface="Arial"/>
              </a:rPr>
              <a:t> </a:t>
            </a:r>
            <a:r>
              <a:rPr sz="1900" spc="-114" dirty="0">
                <a:latin typeface="Arial"/>
                <a:cs typeface="Arial"/>
              </a:rPr>
              <a:t>One</a:t>
            </a:r>
            <a:endParaRPr sz="19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810"/>
              </a:spcBef>
            </a:pPr>
            <a:r>
              <a:rPr sz="1900" spc="5" dirty="0">
                <a:latin typeface="Arial"/>
                <a:cs typeface="Arial"/>
              </a:rPr>
              <a:t>of </a:t>
            </a:r>
            <a:r>
              <a:rPr sz="1900" spc="-5" dirty="0">
                <a:latin typeface="Arial"/>
                <a:cs typeface="Arial"/>
              </a:rPr>
              <a:t>the </a:t>
            </a:r>
            <a:r>
              <a:rPr sz="1900" dirty="0">
                <a:latin typeface="Arial"/>
                <a:cs typeface="Arial"/>
              </a:rPr>
              <a:t>most </a:t>
            </a:r>
            <a:r>
              <a:rPr sz="1900" spc="-25" dirty="0">
                <a:latin typeface="Arial"/>
                <a:cs typeface="Arial"/>
              </a:rPr>
              <a:t>popular </a:t>
            </a:r>
            <a:r>
              <a:rPr sz="1900" spc="-20" dirty="0">
                <a:latin typeface="Arial"/>
                <a:cs typeface="Arial"/>
              </a:rPr>
              <a:t>project</a:t>
            </a:r>
            <a:r>
              <a:rPr sz="1900" spc="-290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is</a:t>
            </a:r>
            <a:endParaRPr sz="1900" dirty="0">
              <a:latin typeface="Arial"/>
              <a:cs typeface="Arial"/>
            </a:endParaRPr>
          </a:p>
          <a:p>
            <a:pPr marL="12700" marR="385445" algn="just">
              <a:lnSpc>
                <a:spcPct val="148900"/>
              </a:lnSpc>
              <a:spcBef>
                <a:spcPts val="5"/>
              </a:spcBef>
            </a:pPr>
            <a:r>
              <a:rPr sz="1900" spc="5" dirty="0">
                <a:latin typeface="Arial"/>
                <a:cs typeface="Arial"/>
              </a:rPr>
              <a:t>“Digital </a:t>
            </a:r>
            <a:r>
              <a:rPr sz="1900" spc="-40" dirty="0">
                <a:latin typeface="Arial"/>
                <a:cs typeface="Arial"/>
              </a:rPr>
              <a:t>Bangladesh”. </a:t>
            </a:r>
            <a:r>
              <a:rPr sz="1900" spc="-55" dirty="0">
                <a:latin typeface="Arial"/>
                <a:cs typeface="Arial"/>
              </a:rPr>
              <a:t>Government</a:t>
            </a:r>
            <a:r>
              <a:rPr sz="1900" spc="-20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take  </a:t>
            </a:r>
            <a:r>
              <a:rPr sz="1900" spc="-15" dirty="0">
                <a:latin typeface="Arial"/>
                <a:cs typeface="Arial"/>
              </a:rPr>
              <a:t>plan </a:t>
            </a:r>
            <a:r>
              <a:rPr sz="1900" spc="-5" dirty="0">
                <a:latin typeface="Arial"/>
                <a:cs typeface="Arial"/>
              </a:rPr>
              <a:t>to build </a:t>
            </a:r>
            <a:r>
              <a:rPr sz="1900" spc="-35" dirty="0">
                <a:latin typeface="Arial"/>
                <a:cs typeface="Arial"/>
              </a:rPr>
              <a:t>a </a:t>
            </a:r>
            <a:r>
              <a:rPr sz="1900" spc="10" dirty="0">
                <a:latin typeface="Arial"/>
                <a:cs typeface="Arial"/>
              </a:rPr>
              <a:t>digital</a:t>
            </a:r>
            <a:r>
              <a:rPr sz="1900" spc="-295" dirty="0">
                <a:latin typeface="Arial"/>
                <a:cs typeface="Arial"/>
              </a:rPr>
              <a:t> </a:t>
            </a:r>
            <a:r>
              <a:rPr sz="1900" spc="-50" dirty="0">
                <a:latin typeface="Arial"/>
                <a:cs typeface="Arial"/>
              </a:rPr>
              <a:t>Bangladesh.</a:t>
            </a:r>
            <a:endParaRPr sz="19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15"/>
              </a:spcBef>
            </a:pPr>
            <a:r>
              <a:rPr sz="1900" spc="-120" dirty="0">
                <a:latin typeface="Arial"/>
                <a:cs typeface="Arial"/>
              </a:rPr>
              <a:t>The </a:t>
            </a:r>
            <a:r>
              <a:rPr sz="1900" spc="-20" dirty="0">
                <a:latin typeface="Arial"/>
                <a:cs typeface="Arial"/>
              </a:rPr>
              <a:t>another </a:t>
            </a:r>
            <a:r>
              <a:rPr sz="1900" spc="-15" dirty="0">
                <a:latin typeface="Arial"/>
                <a:cs typeface="Arial"/>
              </a:rPr>
              <a:t>plan </a:t>
            </a:r>
            <a:r>
              <a:rPr sz="1900" spc="-20" dirty="0">
                <a:latin typeface="Arial"/>
                <a:cs typeface="Arial"/>
              </a:rPr>
              <a:t>is “vision</a:t>
            </a:r>
            <a:r>
              <a:rPr sz="1900" spc="-195" dirty="0">
                <a:latin typeface="Arial"/>
                <a:cs typeface="Arial"/>
              </a:rPr>
              <a:t> </a:t>
            </a:r>
            <a:r>
              <a:rPr sz="1900" spc="25" dirty="0">
                <a:latin typeface="Arial"/>
                <a:cs typeface="Arial"/>
              </a:rPr>
              <a:t>2021”.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1679" y="1877567"/>
            <a:ext cx="4364735" cy="3761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952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32764" y="920827"/>
            <a:ext cx="75558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0" dirty="0">
                <a:solidFill>
                  <a:srgbClr val="753D9C"/>
                </a:solidFill>
              </a:rPr>
              <a:t>Various </a:t>
            </a:r>
            <a:r>
              <a:rPr sz="4000" spc="-215" dirty="0">
                <a:solidFill>
                  <a:srgbClr val="753D9C"/>
                </a:solidFill>
              </a:rPr>
              <a:t>Report </a:t>
            </a:r>
            <a:r>
              <a:rPr sz="4000" spc="-285" dirty="0">
                <a:solidFill>
                  <a:srgbClr val="753D9C"/>
                </a:solidFill>
              </a:rPr>
              <a:t>About </a:t>
            </a:r>
            <a:r>
              <a:rPr sz="4000" spc="-350" dirty="0">
                <a:solidFill>
                  <a:srgbClr val="753D9C"/>
                </a:solidFill>
              </a:rPr>
              <a:t>Our </a:t>
            </a:r>
            <a:r>
              <a:rPr sz="4000" spc="-280" dirty="0">
                <a:solidFill>
                  <a:srgbClr val="753D9C"/>
                </a:solidFill>
              </a:rPr>
              <a:t>IT</a:t>
            </a:r>
            <a:r>
              <a:rPr sz="4000" spc="-315" dirty="0">
                <a:solidFill>
                  <a:srgbClr val="753D9C"/>
                </a:solidFill>
              </a:rPr>
              <a:t> </a:t>
            </a:r>
            <a:r>
              <a:rPr sz="4000" spc="-254" dirty="0">
                <a:solidFill>
                  <a:srgbClr val="753D9C"/>
                </a:solidFill>
              </a:rPr>
              <a:t>Sector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601218" y="1816049"/>
            <a:ext cx="8816340" cy="29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 algn="just">
              <a:lnSpc>
                <a:spcPts val="2740"/>
              </a:lnSpc>
              <a:spcBef>
                <a:spcPts val="100"/>
              </a:spcBef>
              <a:buSzPct val="79166"/>
              <a:buAutoNum type="arabicPeriod"/>
              <a:tabLst>
                <a:tab pos="469900" algn="l"/>
                <a:tab pos="470534" algn="l"/>
              </a:tabLst>
            </a:pPr>
            <a:r>
              <a:rPr sz="2400" spc="-45" dirty="0">
                <a:solidFill>
                  <a:srgbClr val="585858"/>
                </a:solidFill>
                <a:latin typeface="Arial"/>
                <a:cs typeface="Arial"/>
              </a:rPr>
              <a:t>“</a:t>
            </a:r>
            <a:r>
              <a:rPr sz="2400" spc="-45" dirty="0">
                <a:latin typeface="Arial"/>
                <a:cs typeface="Arial"/>
              </a:rPr>
              <a:t>Bangladesh’s </a:t>
            </a:r>
            <a:r>
              <a:rPr sz="2400" spc="-175" dirty="0">
                <a:latin typeface="Arial"/>
                <a:cs typeface="Arial"/>
              </a:rPr>
              <a:t>IT </a:t>
            </a:r>
            <a:r>
              <a:rPr sz="2400" spc="-50" dirty="0">
                <a:latin typeface="Arial"/>
                <a:cs typeface="Arial"/>
              </a:rPr>
              <a:t>sector </a:t>
            </a:r>
            <a:r>
              <a:rPr sz="2400" spc="-35" dirty="0">
                <a:latin typeface="Arial"/>
                <a:cs typeface="Arial"/>
              </a:rPr>
              <a:t>gradually come </a:t>
            </a:r>
            <a:r>
              <a:rPr sz="2400" spc="-40" dirty="0">
                <a:latin typeface="Arial"/>
                <a:cs typeface="Arial"/>
              </a:rPr>
              <a:t>a strong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position”-World</a:t>
            </a:r>
            <a:endParaRPr sz="2400" dirty="0">
              <a:latin typeface="Arial"/>
              <a:cs typeface="Arial"/>
            </a:endParaRPr>
          </a:p>
          <a:p>
            <a:pPr marL="469900" algn="just">
              <a:lnSpc>
                <a:spcPts val="2740"/>
              </a:lnSpc>
            </a:pPr>
            <a:r>
              <a:rPr lang="en-US" sz="2400" spc="-45" dirty="0" smtClean="0">
                <a:latin typeface="Arial"/>
                <a:cs typeface="Arial"/>
              </a:rPr>
              <a:t> </a:t>
            </a:r>
            <a:r>
              <a:rPr sz="2400" spc="-45" dirty="0" smtClean="0">
                <a:latin typeface="Arial"/>
                <a:cs typeface="Arial"/>
              </a:rPr>
              <a:t>Bank.</a:t>
            </a:r>
            <a:endParaRPr lang="en-US" sz="2400" spc="-45" dirty="0" smtClean="0">
              <a:latin typeface="Arial"/>
              <a:cs typeface="Arial"/>
            </a:endParaRPr>
          </a:p>
          <a:p>
            <a:pPr marL="469900" algn="just">
              <a:lnSpc>
                <a:spcPts val="2740"/>
              </a:lnSpc>
            </a:pPr>
            <a:endParaRPr sz="2400" dirty="0">
              <a:latin typeface="Arial"/>
              <a:cs typeface="Arial"/>
            </a:endParaRPr>
          </a:p>
          <a:p>
            <a:pPr marL="469900" marR="97790" indent="-457200" algn="just">
              <a:lnSpc>
                <a:spcPts val="2590"/>
              </a:lnSpc>
              <a:spcBef>
                <a:spcPts val="640"/>
              </a:spcBef>
              <a:buSzPct val="79166"/>
              <a:buAutoNum type="arabicPeriod" startAt="2"/>
              <a:tabLst>
                <a:tab pos="469900" algn="l"/>
                <a:tab pos="470534" algn="l"/>
              </a:tabLst>
            </a:pPr>
            <a:r>
              <a:rPr sz="2400" spc="-45" dirty="0">
                <a:latin typeface="Arial"/>
                <a:cs typeface="Arial"/>
              </a:rPr>
              <a:t>“Bangladesh become </a:t>
            </a:r>
            <a:r>
              <a:rPr sz="2400" spc="-40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good </a:t>
            </a:r>
            <a:r>
              <a:rPr sz="2400" spc="-30" dirty="0">
                <a:latin typeface="Arial"/>
                <a:cs typeface="Arial"/>
              </a:rPr>
              <a:t>technological </a:t>
            </a:r>
            <a:r>
              <a:rPr sz="2400" spc="-35" dirty="0">
                <a:latin typeface="Arial"/>
                <a:cs typeface="Arial"/>
              </a:rPr>
              <a:t>country </a:t>
            </a:r>
            <a:r>
              <a:rPr sz="2400" spc="-85" dirty="0">
                <a:latin typeface="Arial"/>
                <a:cs typeface="Arial"/>
              </a:rPr>
              <a:t>day </a:t>
            </a:r>
            <a:r>
              <a:rPr sz="2400" spc="-110" dirty="0">
                <a:latin typeface="Arial"/>
                <a:cs typeface="Arial"/>
              </a:rPr>
              <a:t>by </a:t>
            </a:r>
            <a:r>
              <a:rPr sz="2400" spc="-80" dirty="0">
                <a:latin typeface="Arial"/>
                <a:cs typeface="Arial"/>
              </a:rPr>
              <a:t>day”-  </a:t>
            </a:r>
            <a:r>
              <a:rPr lang="en-US" sz="2400" spc="-80" dirty="0" smtClean="0">
                <a:latin typeface="Arial"/>
                <a:cs typeface="Arial"/>
              </a:rPr>
              <a:t>         </a:t>
            </a:r>
            <a:r>
              <a:rPr sz="2400" spc="-25" dirty="0" smtClean="0">
                <a:latin typeface="Arial"/>
                <a:cs typeface="Arial"/>
              </a:rPr>
              <a:t>Indian </a:t>
            </a:r>
            <a:r>
              <a:rPr sz="2400" spc="-10" dirty="0">
                <a:latin typeface="Arial"/>
                <a:cs typeface="Arial"/>
              </a:rPr>
              <a:t>telecommunication </a:t>
            </a:r>
            <a:r>
              <a:rPr sz="2400" spc="-65" dirty="0">
                <a:latin typeface="Arial"/>
                <a:cs typeface="Arial"/>
              </a:rPr>
              <a:t>Board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President</a:t>
            </a:r>
            <a:r>
              <a:rPr sz="2400" spc="-50" dirty="0" smtClean="0">
                <a:latin typeface="Arial"/>
                <a:cs typeface="Arial"/>
              </a:rPr>
              <a:t>.</a:t>
            </a:r>
            <a:endParaRPr lang="en-US" sz="2400" spc="-50" dirty="0" smtClean="0">
              <a:latin typeface="Arial"/>
              <a:cs typeface="Arial"/>
            </a:endParaRPr>
          </a:p>
          <a:p>
            <a:pPr marL="469900" marR="97790" indent="-457200" algn="just">
              <a:lnSpc>
                <a:spcPts val="2590"/>
              </a:lnSpc>
              <a:spcBef>
                <a:spcPts val="640"/>
              </a:spcBef>
              <a:buSzPct val="79166"/>
              <a:buAutoNum type="arabicPeriod" startAt="2"/>
              <a:tabLst>
                <a:tab pos="469900" algn="l"/>
                <a:tab pos="470534" algn="l"/>
              </a:tabLst>
            </a:pPr>
            <a:endParaRPr sz="2400" dirty="0">
              <a:latin typeface="Arial"/>
              <a:cs typeface="Arial"/>
            </a:endParaRPr>
          </a:p>
          <a:p>
            <a:pPr marL="469900" marR="1000760" indent="-457200" algn="just">
              <a:lnSpc>
                <a:spcPts val="2590"/>
              </a:lnSpc>
              <a:spcBef>
                <a:spcPts val="605"/>
              </a:spcBef>
              <a:buSzPct val="79166"/>
              <a:buAutoNum type="arabicPeriod" startAt="2"/>
              <a:tabLst>
                <a:tab pos="469900" algn="l"/>
                <a:tab pos="470534" algn="l"/>
              </a:tabLst>
            </a:pPr>
            <a:r>
              <a:rPr sz="2400" spc="-45" dirty="0">
                <a:latin typeface="Arial"/>
                <a:cs typeface="Arial"/>
              </a:rPr>
              <a:t>“Bangladesh </a:t>
            </a:r>
            <a:r>
              <a:rPr sz="2400" spc="-3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most </a:t>
            </a:r>
            <a:r>
              <a:rPr sz="2400" spc="-20" dirty="0">
                <a:latin typeface="Arial"/>
                <a:cs typeface="Arial"/>
              </a:rPr>
              <a:t>quickly </a:t>
            </a:r>
            <a:r>
              <a:rPr sz="2400" spc="-55" dirty="0">
                <a:latin typeface="Arial"/>
                <a:cs typeface="Arial"/>
              </a:rPr>
              <a:t>developing </a:t>
            </a:r>
            <a:r>
              <a:rPr sz="2400" spc="-35" dirty="0">
                <a:latin typeface="Arial"/>
                <a:cs typeface="Arial"/>
              </a:rPr>
              <a:t>country </a:t>
            </a:r>
            <a:r>
              <a:rPr sz="2400" spc="5" dirty="0">
                <a:latin typeface="Arial"/>
                <a:cs typeface="Arial"/>
              </a:rPr>
              <a:t>in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IT  </a:t>
            </a:r>
            <a:r>
              <a:rPr lang="en-US" sz="2400" spc="-175" dirty="0" smtClean="0">
                <a:latin typeface="Arial"/>
                <a:cs typeface="Arial"/>
              </a:rPr>
              <a:t>      </a:t>
            </a:r>
            <a:r>
              <a:rPr sz="2400" spc="-85" dirty="0" smtClean="0">
                <a:latin typeface="Arial"/>
                <a:cs typeface="Arial"/>
              </a:rPr>
              <a:t>sector</a:t>
            </a:r>
            <a:r>
              <a:rPr sz="2400" spc="-85" dirty="0">
                <a:latin typeface="Arial"/>
                <a:cs typeface="Arial"/>
              </a:rPr>
              <a:t>”-The </a:t>
            </a:r>
            <a:r>
              <a:rPr sz="2400" spc="-50" dirty="0">
                <a:latin typeface="Arial"/>
                <a:cs typeface="Arial"/>
              </a:rPr>
              <a:t>Daily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Star.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5083" y="498537"/>
            <a:ext cx="6692392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>
                <a:solidFill>
                  <a:srgbClr val="0082B3"/>
                </a:solidFill>
              </a:rPr>
              <a:t>Our </a:t>
            </a:r>
            <a:r>
              <a:rPr spc="-170" dirty="0">
                <a:solidFill>
                  <a:srgbClr val="0082B3"/>
                </a:solidFill>
              </a:rPr>
              <a:t>Software </a:t>
            </a:r>
            <a:r>
              <a:rPr spc="-270" dirty="0">
                <a:solidFill>
                  <a:srgbClr val="0082B3"/>
                </a:solidFill>
              </a:rPr>
              <a:t>Export</a:t>
            </a:r>
            <a:r>
              <a:rPr spc="55" dirty="0">
                <a:solidFill>
                  <a:srgbClr val="0082B3"/>
                </a:solidFill>
              </a:rPr>
              <a:t> </a:t>
            </a:r>
            <a:r>
              <a:rPr spc="-229" dirty="0">
                <a:solidFill>
                  <a:srgbClr val="0082B3"/>
                </a:solidFill>
              </a:rPr>
              <a:t>Sector</a:t>
            </a:r>
          </a:p>
        </p:txBody>
      </p:sp>
      <p:sp>
        <p:nvSpPr>
          <p:cNvPr id="3" name="object 3"/>
          <p:cNvSpPr/>
          <p:nvPr/>
        </p:nvSpPr>
        <p:spPr>
          <a:xfrm>
            <a:off x="9447276" y="5113020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27035" y="5113020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6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06798" y="5113020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59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6555" y="5113020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60">
                <a:moveTo>
                  <a:pt x="0" y="0"/>
                </a:moveTo>
                <a:lnTo>
                  <a:pt x="131826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24683" y="5113020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47276" y="4410455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27035" y="4410455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6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06798" y="4410455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59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86555" y="4410455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60">
                <a:moveTo>
                  <a:pt x="0" y="0"/>
                </a:moveTo>
                <a:lnTo>
                  <a:pt x="131826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24683" y="4410455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47276" y="3707891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27035" y="3707891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59">
                <a:moveTo>
                  <a:pt x="0" y="0"/>
                </a:moveTo>
                <a:lnTo>
                  <a:pt x="131826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86555" y="3707891"/>
            <a:ext cx="3238500" cy="0"/>
          </a:xfrm>
          <a:custGeom>
            <a:avLst/>
            <a:gdLst/>
            <a:ahLst/>
            <a:cxnLst/>
            <a:rect l="l" t="t" r="r" b="b"/>
            <a:pathLst>
              <a:path w="3238500">
                <a:moveTo>
                  <a:pt x="0" y="0"/>
                </a:moveTo>
                <a:lnTo>
                  <a:pt x="323850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24683" y="3707891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447276" y="3005327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86555" y="3005327"/>
            <a:ext cx="5158740" cy="0"/>
          </a:xfrm>
          <a:custGeom>
            <a:avLst/>
            <a:gdLst/>
            <a:ahLst/>
            <a:cxnLst/>
            <a:rect l="l" t="t" r="r" b="b"/>
            <a:pathLst>
              <a:path w="5158740">
                <a:moveTo>
                  <a:pt x="0" y="0"/>
                </a:moveTo>
                <a:lnTo>
                  <a:pt x="515874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24683" y="3005327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5989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24686" y="2302764"/>
            <a:ext cx="7682865" cy="0"/>
          </a:xfrm>
          <a:custGeom>
            <a:avLst/>
            <a:gdLst/>
            <a:ahLst/>
            <a:cxnLst/>
            <a:rect l="l" t="t" r="r" b="b"/>
            <a:pathLst>
              <a:path w="7682865">
                <a:moveTo>
                  <a:pt x="0" y="0"/>
                </a:moveTo>
                <a:lnTo>
                  <a:pt x="768248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24686" y="1600200"/>
            <a:ext cx="7682865" cy="0"/>
          </a:xfrm>
          <a:custGeom>
            <a:avLst/>
            <a:gdLst/>
            <a:ahLst/>
            <a:cxnLst/>
            <a:rect l="l" t="t" r="r" b="b"/>
            <a:pathLst>
              <a:path w="7682865">
                <a:moveTo>
                  <a:pt x="0" y="0"/>
                </a:moveTo>
                <a:lnTo>
                  <a:pt x="768248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84578" y="2795020"/>
            <a:ext cx="601980" cy="3020695"/>
          </a:xfrm>
          <a:custGeom>
            <a:avLst/>
            <a:gdLst/>
            <a:ahLst/>
            <a:cxnLst/>
            <a:rect l="l" t="t" r="r" b="b"/>
            <a:pathLst>
              <a:path w="601979" h="3020695">
                <a:moveTo>
                  <a:pt x="601979" y="0"/>
                </a:moveTo>
                <a:lnTo>
                  <a:pt x="0" y="0"/>
                </a:lnTo>
                <a:lnTo>
                  <a:pt x="0" y="3020568"/>
                </a:lnTo>
                <a:lnTo>
                  <a:pt x="601979" y="3020568"/>
                </a:lnTo>
                <a:lnTo>
                  <a:pt x="601979" y="0"/>
                </a:lnTo>
                <a:close/>
              </a:path>
            </a:pathLst>
          </a:custGeom>
          <a:solidFill>
            <a:srgbClr val="00A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04815" y="4059939"/>
            <a:ext cx="601980" cy="1755775"/>
          </a:xfrm>
          <a:custGeom>
            <a:avLst/>
            <a:gdLst/>
            <a:ahLst/>
            <a:cxnLst/>
            <a:rect l="l" t="t" r="r" b="b"/>
            <a:pathLst>
              <a:path w="601979" h="1755775">
                <a:moveTo>
                  <a:pt x="601980" y="0"/>
                </a:moveTo>
                <a:lnTo>
                  <a:pt x="0" y="0"/>
                </a:lnTo>
                <a:lnTo>
                  <a:pt x="0" y="1755648"/>
                </a:lnTo>
                <a:lnTo>
                  <a:pt x="601980" y="1755648"/>
                </a:lnTo>
                <a:lnTo>
                  <a:pt x="601980" y="0"/>
                </a:lnTo>
                <a:close/>
              </a:path>
            </a:pathLst>
          </a:custGeom>
          <a:solidFill>
            <a:srgbClr val="00A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25058" y="3357371"/>
            <a:ext cx="601980" cy="2458720"/>
          </a:xfrm>
          <a:custGeom>
            <a:avLst/>
            <a:gdLst/>
            <a:ahLst/>
            <a:cxnLst/>
            <a:rect l="l" t="t" r="r" b="b"/>
            <a:pathLst>
              <a:path w="601979" h="2458720">
                <a:moveTo>
                  <a:pt x="601979" y="0"/>
                </a:moveTo>
                <a:lnTo>
                  <a:pt x="0" y="0"/>
                </a:lnTo>
                <a:lnTo>
                  <a:pt x="0" y="2458212"/>
                </a:lnTo>
                <a:lnTo>
                  <a:pt x="601979" y="2458212"/>
                </a:lnTo>
                <a:lnTo>
                  <a:pt x="601979" y="0"/>
                </a:lnTo>
                <a:close/>
              </a:path>
            </a:pathLst>
          </a:custGeom>
          <a:solidFill>
            <a:srgbClr val="00A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45295" y="2654807"/>
            <a:ext cx="601980" cy="3161030"/>
          </a:xfrm>
          <a:custGeom>
            <a:avLst/>
            <a:gdLst/>
            <a:ahLst/>
            <a:cxnLst/>
            <a:rect l="l" t="t" r="r" b="b"/>
            <a:pathLst>
              <a:path w="601979" h="3161029">
                <a:moveTo>
                  <a:pt x="601979" y="0"/>
                </a:moveTo>
                <a:lnTo>
                  <a:pt x="0" y="0"/>
                </a:lnTo>
                <a:lnTo>
                  <a:pt x="0" y="3160776"/>
                </a:lnTo>
                <a:lnTo>
                  <a:pt x="601979" y="3160776"/>
                </a:lnTo>
                <a:lnTo>
                  <a:pt x="601979" y="0"/>
                </a:lnTo>
                <a:close/>
              </a:path>
            </a:pathLst>
          </a:custGeom>
          <a:solidFill>
            <a:srgbClr val="00A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24686" y="5815584"/>
            <a:ext cx="7682865" cy="0"/>
          </a:xfrm>
          <a:custGeom>
            <a:avLst/>
            <a:gdLst/>
            <a:ahLst/>
            <a:cxnLst/>
            <a:rect l="l" t="t" r="r" b="b"/>
            <a:pathLst>
              <a:path w="7682865">
                <a:moveTo>
                  <a:pt x="0" y="0"/>
                </a:moveTo>
                <a:lnTo>
                  <a:pt x="768248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84806" y="2302764"/>
            <a:ext cx="5762625" cy="2108200"/>
          </a:xfrm>
          <a:custGeom>
            <a:avLst/>
            <a:gdLst/>
            <a:ahLst/>
            <a:cxnLst/>
            <a:rect l="l" t="t" r="r" b="b"/>
            <a:pathLst>
              <a:path w="5762625" h="2108200">
                <a:moveTo>
                  <a:pt x="0" y="2107692"/>
                </a:moveTo>
                <a:lnTo>
                  <a:pt x="1920240" y="2107692"/>
                </a:lnTo>
                <a:lnTo>
                  <a:pt x="3840479" y="1405128"/>
                </a:lnTo>
                <a:lnTo>
                  <a:pt x="5762244" y="0"/>
                </a:lnTo>
              </a:path>
            </a:pathLst>
          </a:custGeom>
          <a:ln w="27432">
            <a:solidFill>
              <a:srgbClr val="EDD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90371" y="5698948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90371" y="4996434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90371" y="4293871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90371" y="3591305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90371" y="2888742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90371" y="2186179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90371" y="1483615"/>
            <a:ext cx="1149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94433" y="5883047"/>
            <a:ext cx="3829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2</a:t>
            </a:r>
            <a:r>
              <a:rPr sz="1200" spc="25" dirty="0">
                <a:solidFill>
                  <a:srgbClr val="585858"/>
                </a:solidFill>
                <a:latin typeface="Arial"/>
                <a:cs typeface="Arial"/>
              </a:rPr>
              <a:t>0</a:t>
            </a: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37499" y="5883047"/>
            <a:ext cx="4197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solidFill>
                  <a:srgbClr val="585858"/>
                </a:solidFill>
                <a:latin typeface="Arial"/>
                <a:cs typeface="Arial"/>
              </a:rPr>
              <a:t>201</a:t>
            </a:r>
            <a:r>
              <a:rPr sz="1200" spc="-1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44084" y="593826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77724">
            <a:solidFill>
              <a:srgbClr val="00AD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114927" y="5821173"/>
            <a:ext cx="9423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4" baseline="-23148" dirty="0">
                <a:solidFill>
                  <a:srgbClr val="585858"/>
                </a:solidFill>
                <a:latin typeface="Arial"/>
                <a:cs typeface="Arial"/>
              </a:rPr>
              <a:t>2011 </a:t>
            </a:r>
            <a:r>
              <a:rPr sz="1200" spc="-40" dirty="0">
                <a:solidFill>
                  <a:srgbClr val="585858"/>
                </a:solidFill>
                <a:latin typeface="Arial"/>
                <a:cs typeface="Arial"/>
              </a:rPr>
              <a:t>Series</a:t>
            </a:r>
            <a:r>
              <a:rPr sz="1200" spc="-24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190488" y="593750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7432">
            <a:solidFill>
              <a:srgbClr val="EDD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447792" y="5821173"/>
            <a:ext cx="9709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585858"/>
                </a:solidFill>
                <a:latin typeface="Arial"/>
                <a:cs typeface="Arial"/>
              </a:rPr>
              <a:t>Series </a:t>
            </a:r>
            <a:r>
              <a:rPr sz="1200" spc="35" dirty="0">
                <a:solidFill>
                  <a:srgbClr val="585858"/>
                </a:solidFill>
                <a:latin typeface="Arial"/>
                <a:cs typeface="Arial"/>
              </a:rPr>
              <a:t>3</a:t>
            </a:r>
            <a:r>
              <a:rPr sz="1200" spc="5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spc="44" baseline="-23148" dirty="0">
                <a:solidFill>
                  <a:srgbClr val="585858"/>
                </a:solidFill>
                <a:latin typeface="Arial"/>
                <a:cs typeface="Arial"/>
              </a:rPr>
              <a:t>2013</a:t>
            </a:r>
            <a:endParaRPr sz="1800" baseline="-23148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944815"/>
            <a:ext cx="655320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689723"/>
                </a:solidFill>
              </a:rPr>
              <a:t>In </a:t>
            </a:r>
            <a:r>
              <a:rPr spc="-130" dirty="0">
                <a:solidFill>
                  <a:srgbClr val="689723"/>
                </a:solidFill>
              </a:rPr>
              <a:t>the </a:t>
            </a:r>
            <a:r>
              <a:rPr spc="-220" dirty="0">
                <a:solidFill>
                  <a:srgbClr val="689723"/>
                </a:solidFill>
              </a:rPr>
              <a:t>Frelanceing</a:t>
            </a:r>
            <a:r>
              <a:rPr spc="-110" dirty="0">
                <a:solidFill>
                  <a:srgbClr val="689723"/>
                </a:solidFill>
              </a:rPr>
              <a:t> </a:t>
            </a:r>
            <a:r>
              <a:rPr spc="-229" dirty="0">
                <a:solidFill>
                  <a:srgbClr val="689723"/>
                </a:solidFill>
              </a:rPr>
              <a:t>Sector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3389" y="1823672"/>
            <a:ext cx="6582411" cy="41171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5"/>
              </a:spcBef>
              <a:buFont typeface="Arial" pitchFamily="34" charset="0"/>
              <a:buChar char="•"/>
            </a:pPr>
            <a:r>
              <a:rPr sz="2000" spc="50" dirty="0">
                <a:latin typeface="Times New Roman" pitchFamily="18" charset="0"/>
                <a:cs typeface="Times New Roman" pitchFamily="18" charset="0"/>
              </a:rPr>
              <a:t>“It 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is really </a:t>
            </a:r>
            <a:r>
              <a:rPr sz="2000" spc="-60" dirty="0">
                <a:latin typeface="Times New Roman" pitchFamily="18" charset="0"/>
                <a:cs typeface="Times New Roman" pitchFamily="18" charset="0"/>
              </a:rPr>
              <a:t>good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news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000" spc="-60" dirty="0">
                <a:latin typeface="Times New Roman" pitchFamily="18" charset="0"/>
                <a:cs typeface="Times New Roman" pitchFamily="18" charset="0"/>
              </a:rPr>
              <a:t>us </a:t>
            </a:r>
            <a:r>
              <a:rPr sz="2000" spc="30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Bangladeshi 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freelancer get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10" dirty="0" smtClean="0">
                <a:latin typeface="Times New Roman" pitchFamily="18" charset="0"/>
                <a:cs typeface="Times New Roman" pitchFamily="18" charset="0"/>
              </a:rPr>
              <a:t>third</a:t>
            </a:r>
            <a:r>
              <a:rPr lang="en-US" sz="2000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0" dirty="0" smtClean="0">
                <a:latin typeface="Times New Roman" pitchFamily="18" charset="0"/>
                <a:cs typeface="Times New Roman" pitchFamily="18" charset="0"/>
              </a:rPr>
              <a:t>place 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among 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world</a:t>
            </a:r>
            <a:r>
              <a:rPr sz="2000" spc="-4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0" dirty="0" smtClean="0">
                <a:latin typeface="Times New Roman" pitchFamily="18" charset="0"/>
                <a:cs typeface="Times New Roman" pitchFamily="18" charset="0"/>
              </a:rPr>
              <a:t>”-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Dhaka </a:t>
            </a:r>
            <a:r>
              <a:rPr sz="2000" spc="-55" dirty="0">
                <a:latin typeface="Times New Roman" pitchFamily="18" charset="0"/>
                <a:cs typeface="Times New Roman" pitchFamily="18" charset="0"/>
              </a:rPr>
              <a:t>Economic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News</a:t>
            </a:r>
            <a:r>
              <a:rPr sz="2000" spc="-85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spc="-85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55600" indent="-342900" algn="just">
              <a:lnSpc>
                <a:spcPct val="100000"/>
              </a:lnSpc>
              <a:spcBef>
                <a:spcPts val="105"/>
              </a:spcBef>
              <a:buFont typeface="Arial" pitchFamily="34" charset="0"/>
              <a:buChar char="•"/>
            </a:pPr>
            <a:endParaRPr lang="en-US" sz="2000" spc="-85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05"/>
              </a:spcBef>
              <a:buFont typeface="Arial" pitchFamily="34" charset="0"/>
              <a:buChar char="•"/>
            </a:pPr>
            <a:r>
              <a:rPr sz="2000" spc="-65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day 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so </a:t>
            </a:r>
            <a:r>
              <a:rPr sz="2000" spc="-30" dirty="0" smtClean="0">
                <a:latin typeface="Times New Roman" pitchFamily="18" charset="0"/>
                <a:cs typeface="Times New Roman" pitchFamily="18" charset="0"/>
              </a:rPr>
              <a:t>far,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dirty="0" smtClean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day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Bangladeshi</a:t>
            </a:r>
            <a:r>
              <a:rPr sz="2000" spc="-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freelancer  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will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reach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sz="2000" spc="-55" dirty="0">
                <a:latin typeface="Times New Roman" pitchFamily="18" charset="0"/>
                <a:cs typeface="Times New Roman" pitchFamily="18" charset="0"/>
              </a:rPr>
              <a:t>place”-Odesk</a:t>
            </a:r>
            <a:r>
              <a:rPr sz="20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manager.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355600" marR="119380" indent="-342900" algn="just">
              <a:lnSpc>
                <a:spcPct val="165000"/>
              </a:lnSpc>
              <a:buFont typeface="Arial" pitchFamily="34" charset="0"/>
              <a:buChar char="•"/>
            </a:pPr>
            <a:r>
              <a:rPr sz="2000" spc="-45" dirty="0">
                <a:latin typeface="Times New Roman" pitchFamily="18" charset="0"/>
                <a:cs typeface="Times New Roman" pitchFamily="18" charset="0"/>
              </a:rPr>
              <a:t>Past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year 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bangladeshi 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freelancer 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earned </a:t>
            </a:r>
            <a:r>
              <a:rPr sz="2000" spc="6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million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US$.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Doing  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freelanceing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people being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self 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dependable and earn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money.</a:t>
            </a:r>
            <a:r>
              <a:rPr sz="2000" spc="-355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spc="-355" dirty="0" smtClean="0">
              <a:latin typeface="Times New Roman" pitchFamily="18" charset="0"/>
              <a:cs typeface="Times New Roman" pitchFamily="18" charset="0"/>
            </a:endParaRPr>
          </a:p>
          <a:p>
            <a:pPr marL="355600" marR="119380" indent="-342900" algn="just">
              <a:lnSpc>
                <a:spcPct val="165000"/>
              </a:lnSpc>
              <a:buFont typeface="Arial" pitchFamily="34" charset="0"/>
              <a:buChar char="•"/>
            </a:pPr>
            <a:r>
              <a:rPr lang="en-US" sz="2000" spc="-70" dirty="0" smtClean="0">
                <a:latin typeface="Times New Roman" pitchFamily="18" charset="0"/>
                <a:cs typeface="Times New Roman" pitchFamily="18" charset="0"/>
              </a:rPr>
              <a:t>Many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0" dirty="0" smtClean="0">
                <a:latin typeface="Times New Roman" pitchFamily="18" charset="0"/>
                <a:cs typeface="Times New Roman" pitchFamily="18" charset="0"/>
              </a:rPr>
              <a:t>freelancer</a:t>
            </a:r>
            <a:r>
              <a:rPr sz="2000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5" dirty="0" smtClean="0">
                <a:latin typeface="Times New Roman" pitchFamily="18" charset="0"/>
                <a:cs typeface="Times New Roman" pitchFamily="18" charset="0"/>
              </a:rPr>
              <a:t>who</a:t>
            </a:r>
            <a:r>
              <a:rPr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dirty="0" smtClean="0">
                <a:latin typeface="Times New Roman" pitchFamily="18" charset="0"/>
                <a:cs typeface="Times New Roman" pitchFamily="18" charset="0"/>
              </a:rPr>
              <a:t>live</a:t>
            </a:r>
            <a:r>
              <a:rPr sz="2000" spc="-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5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0" dirty="0" smtClean="0">
                <a:latin typeface="Times New Roman" pitchFamily="18" charset="0"/>
                <a:cs typeface="Times New Roman" pitchFamily="18" charset="0"/>
              </a:rPr>
              <a:t>village,</a:t>
            </a:r>
            <a:r>
              <a:rPr sz="2000" spc="-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5" dirty="0" smtClean="0">
                <a:latin typeface="Times New Roman" pitchFamily="18" charset="0"/>
                <a:cs typeface="Times New Roman" pitchFamily="18" charset="0"/>
              </a:rPr>
              <a:t>can</a:t>
            </a:r>
            <a:r>
              <a:rPr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5" dirty="0" smtClean="0">
                <a:latin typeface="Times New Roman" pitchFamily="18" charset="0"/>
                <a:cs typeface="Times New Roman" pitchFamily="18" charset="0"/>
              </a:rPr>
              <a:t>easily</a:t>
            </a:r>
            <a:r>
              <a:rPr sz="2000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5" dirty="0" smtClean="0">
                <a:latin typeface="Times New Roman" pitchFamily="18" charset="0"/>
                <a:cs typeface="Times New Roman" pitchFamily="18" charset="0"/>
              </a:rPr>
              <a:t>doing</a:t>
            </a:r>
            <a:r>
              <a:rPr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dirty="0" smtClean="0">
                <a:latin typeface="Times New Roman" pitchFamily="18" charset="0"/>
                <a:cs typeface="Times New Roman" pitchFamily="18" charset="0"/>
              </a:rPr>
              <a:t>his</a:t>
            </a:r>
            <a:r>
              <a:rPr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5" dirty="0" smtClean="0">
                <a:latin typeface="Times New Roman" pitchFamily="18" charset="0"/>
                <a:cs typeface="Times New Roman" pitchFamily="18" charset="0"/>
              </a:rPr>
              <a:t>job.</a:t>
            </a:r>
            <a:r>
              <a:rPr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30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30" dirty="0" smtClean="0">
                <a:latin typeface="Times New Roman" pitchFamily="18" charset="0"/>
                <a:cs typeface="Times New Roman" pitchFamily="18" charset="0"/>
              </a:rPr>
              <a:t>plus</a:t>
            </a:r>
            <a:r>
              <a:rPr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 smtClean="0">
                <a:latin typeface="Times New Roman" pitchFamily="18" charset="0"/>
                <a:cs typeface="Times New Roman" pitchFamily="18" charset="0"/>
              </a:rPr>
              <a:t>point</a:t>
            </a:r>
            <a:r>
              <a:rPr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 smtClean="0">
                <a:latin typeface="Times New Roman" pitchFamily="18" charset="0"/>
                <a:cs typeface="Times New Roman" pitchFamily="18" charset="0"/>
              </a:rPr>
              <a:t>for  </a:t>
            </a:r>
            <a:r>
              <a:rPr sz="2000" spc="-65" dirty="0" smtClean="0">
                <a:latin typeface="Times New Roman" pitchFamily="18" charset="0"/>
                <a:cs typeface="Times New Roman" pitchFamily="18" charset="0"/>
              </a:rPr>
              <a:t>us.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209800"/>
            <a:ext cx="3048000" cy="27483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7395" y="629344"/>
            <a:ext cx="6870700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5CD2FF"/>
                </a:solidFill>
              </a:rPr>
              <a:t>IT </a:t>
            </a:r>
            <a:r>
              <a:rPr spc="-220" dirty="0">
                <a:solidFill>
                  <a:srgbClr val="5CD2FF"/>
                </a:solidFill>
              </a:rPr>
              <a:t>Industry </a:t>
            </a:r>
            <a:r>
              <a:rPr spc="-185" dirty="0">
                <a:solidFill>
                  <a:srgbClr val="5CD2FF"/>
                </a:solidFill>
              </a:rPr>
              <a:t>in </a:t>
            </a:r>
            <a:r>
              <a:rPr spc="-315" dirty="0">
                <a:solidFill>
                  <a:srgbClr val="5CD2FF"/>
                </a:solidFill>
              </a:rPr>
              <a:t>Our </a:t>
            </a:r>
            <a:r>
              <a:rPr spc="-270" dirty="0">
                <a:solidFill>
                  <a:srgbClr val="5CD2FF"/>
                </a:solidFill>
              </a:rPr>
              <a:t>Country</a:t>
            </a:r>
            <a:r>
              <a:rPr spc="325" dirty="0">
                <a:solidFill>
                  <a:srgbClr val="5CD2FF"/>
                </a:solidFill>
              </a:rPr>
              <a:t> </a:t>
            </a:r>
            <a:r>
              <a:rPr spc="-310" dirty="0">
                <a:solidFill>
                  <a:srgbClr val="5CD2FF"/>
                </a:solidFill>
              </a:rPr>
              <a:t>Economy</a:t>
            </a:r>
          </a:p>
        </p:txBody>
      </p:sp>
      <p:sp>
        <p:nvSpPr>
          <p:cNvPr id="3" name="object 3"/>
          <p:cNvSpPr/>
          <p:nvPr/>
        </p:nvSpPr>
        <p:spPr>
          <a:xfrm>
            <a:off x="4488307" y="1968500"/>
            <a:ext cx="2715260" cy="3589020"/>
          </a:xfrm>
          <a:custGeom>
            <a:avLst/>
            <a:gdLst/>
            <a:ahLst/>
            <a:cxnLst/>
            <a:rect l="l" t="t" r="r" b="b"/>
            <a:pathLst>
              <a:path w="2715259" h="3589020">
                <a:moveTo>
                  <a:pt x="920241" y="0"/>
                </a:moveTo>
                <a:lnTo>
                  <a:pt x="920368" y="1794256"/>
                </a:lnTo>
                <a:lnTo>
                  <a:pt x="0" y="3334639"/>
                </a:lnTo>
                <a:lnTo>
                  <a:pt x="42071" y="3359021"/>
                </a:lnTo>
                <a:lnTo>
                  <a:pt x="84450" y="3382101"/>
                </a:lnTo>
                <a:lnTo>
                  <a:pt x="127226" y="3403946"/>
                </a:lnTo>
                <a:lnTo>
                  <a:pt x="170340" y="3424541"/>
                </a:lnTo>
                <a:lnTo>
                  <a:pt x="213770" y="3443891"/>
                </a:lnTo>
                <a:lnTo>
                  <a:pt x="257494" y="3462002"/>
                </a:lnTo>
                <a:lnTo>
                  <a:pt x="301488" y="3478880"/>
                </a:lnTo>
                <a:lnTo>
                  <a:pt x="345730" y="3494529"/>
                </a:lnTo>
                <a:lnTo>
                  <a:pt x="390199" y="3508957"/>
                </a:lnTo>
                <a:lnTo>
                  <a:pt x="434872" y="3522168"/>
                </a:lnTo>
                <a:lnTo>
                  <a:pt x="479727" y="3534169"/>
                </a:lnTo>
                <a:lnTo>
                  <a:pt x="524740" y="3544964"/>
                </a:lnTo>
                <a:lnTo>
                  <a:pt x="569891" y="3554559"/>
                </a:lnTo>
                <a:lnTo>
                  <a:pt x="615156" y="3562961"/>
                </a:lnTo>
                <a:lnTo>
                  <a:pt x="660514" y="3570174"/>
                </a:lnTo>
                <a:lnTo>
                  <a:pt x="705942" y="3576204"/>
                </a:lnTo>
                <a:lnTo>
                  <a:pt x="751417" y="3581058"/>
                </a:lnTo>
                <a:lnTo>
                  <a:pt x="796918" y="3584739"/>
                </a:lnTo>
                <a:lnTo>
                  <a:pt x="842421" y="3587255"/>
                </a:lnTo>
                <a:lnTo>
                  <a:pt x="887906" y="3588611"/>
                </a:lnTo>
                <a:lnTo>
                  <a:pt x="933348" y="3588812"/>
                </a:lnTo>
                <a:lnTo>
                  <a:pt x="978727" y="3587864"/>
                </a:lnTo>
                <a:lnTo>
                  <a:pt x="1024019" y="3585773"/>
                </a:lnTo>
                <a:lnTo>
                  <a:pt x="1069203" y="3582543"/>
                </a:lnTo>
                <a:lnTo>
                  <a:pt x="1114256" y="3578182"/>
                </a:lnTo>
                <a:lnTo>
                  <a:pt x="1159156" y="3572694"/>
                </a:lnTo>
                <a:lnTo>
                  <a:pt x="1203880" y="3566086"/>
                </a:lnTo>
                <a:lnTo>
                  <a:pt x="1248406" y="3558362"/>
                </a:lnTo>
                <a:lnTo>
                  <a:pt x="1292712" y="3549528"/>
                </a:lnTo>
                <a:lnTo>
                  <a:pt x="1336775" y="3539591"/>
                </a:lnTo>
                <a:lnTo>
                  <a:pt x="1380574" y="3528555"/>
                </a:lnTo>
                <a:lnTo>
                  <a:pt x="1424085" y="3516426"/>
                </a:lnTo>
                <a:lnTo>
                  <a:pt x="1467287" y="3503210"/>
                </a:lnTo>
                <a:lnTo>
                  <a:pt x="1510157" y="3488913"/>
                </a:lnTo>
                <a:lnTo>
                  <a:pt x="1552672" y="3473539"/>
                </a:lnTo>
                <a:lnTo>
                  <a:pt x="1594811" y="3457096"/>
                </a:lnTo>
                <a:lnTo>
                  <a:pt x="1636552" y="3439588"/>
                </a:lnTo>
                <a:lnTo>
                  <a:pt x="1677871" y="3421021"/>
                </a:lnTo>
                <a:lnTo>
                  <a:pt x="1718746" y="3401400"/>
                </a:lnTo>
                <a:lnTo>
                  <a:pt x="1759156" y="3380732"/>
                </a:lnTo>
                <a:lnTo>
                  <a:pt x="1799114" y="3359001"/>
                </a:lnTo>
                <a:lnTo>
                  <a:pt x="1838489" y="3336274"/>
                </a:lnTo>
                <a:lnTo>
                  <a:pt x="1877368" y="3312496"/>
                </a:lnTo>
                <a:lnTo>
                  <a:pt x="1915691" y="3287693"/>
                </a:lnTo>
                <a:lnTo>
                  <a:pt x="1953437" y="3261870"/>
                </a:lnTo>
                <a:lnTo>
                  <a:pt x="1990583" y="3235034"/>
                </a:lnTo>
                <a:lnTo>
                  <a:pt x="2027107" y="3207188"/>
                </a:lnTo>
                <a:lnTo>
                  <a:pt x="2062987" y="3178341"/>
                </a:lnTo>
                <a:lnTo>
                  <a:pt x="2098200" y="3148495"/>
                </a:lnTo>
                <a:lnTo>
                  <a:pt x="2132724" y="3117659"/>
                </a:lnTo>
                <a:lnTo>
                  <a:pt x="2166537" y="3085836"/>
                </a:lnTo>
                <a:lnTo>
                  <a:pt x="2199615" y="3053034"/>
                </a:lnTo>
                <a:lnTo>
                  <a:pt x="2231938" y="3019256"/>
                </a:lnTo>
                <a:lnTo>
                  <a:pt x="2263483" y="2984510"/>
                </a:lnTo>
                <a:lnTo>
                  <a:pt x="2294226" y="2948800"/>
                </a:lnTo>
                <a:lnTo>
                  <a:pt x="2324147" y="2912132"/>
                </a:lnTo>
                <a:lnTo>
                  <a:pt x="2353223" y="2874513"/>
                </a:lnTo>
                <a:lnTo>
                  <a:pt x="2381430" y="2835946"/>
                </a:lnTo>
                <a:lnTo>
                  <a:pt x="2408748" y="2796439"/>
                </a:lnTo>
                <a:lnTo>
                  <a:pt x="2435154" y="2755997"/>
                </a:lnTo>
                <a:lnTo>
                  <a:pt x="2460624" y="2714625"/>
                </a:lnTo>
                <a:lnTo>
                  <a:pt x="2484988" y="2672585"/>
                </a:lnTo>
                <a:lnTo>
                  <a:pt x="2508090" y="2630163"/>
                </a:lnTo>
                <a:lnTo>
                  <a:pt x="2529936" y="2587381"/>
                </a:lnTo>
                <a:lnTo>
                  <a:pt x="2550531" y="2544262"/>
                </a:lnTo>
                <a:lnTo>
                  <a:pt x="2569882" y="2500827"/>
                </a:lnTo>
                <a:lnTo>
                  <a:pt x="2587994" y="2457100"/>
                </a:lnTo>
                <a:lnTo>
                  <a:pt x="2604872" y="2413102"/>
                </a:lnTo>
                <a:lnTo>
                  <a:pt x="2620523" y="2368856"/>
                </a:lnTo>
                <a:lnTo>
                  <a:pt x="2634951" y="2324384"/>
                </a:lnTo>
                <a:lnTo>
                  <a:pt x="2648163" y="2279708"/>
                </a:lnTo>
                <a:lnTo>
                  <a:pt x="2660164" y="2234851"/>
                </a:lnTo>
                <a:lnTo>
                  <a:pt x="2670960" y="2189835"/>
                </a:lnTo>
                <a:lnTo>
                  <a:pt x="2680556" y="2144683"/>
                </a:lnTo>
                <a:lnTo>
                  <a:pt x="2688957" y="2099416"/>
                </a:lnTo>
                <a:lnTo>
                  <a:pt x="2696171" y="2054057"/>
                </a:lnTo>
                <a:lnTo>
                  <a:pt x="2702201" y="2008628"/>
                </a:lnTo>
                <a:lnTo>
                  <a:pt x="2707055" y="1963152"/>
                </a:lnTo>
                <a:lnTo>
                  <a:pt x="2710737" y="1917651"/>
                </a:lnTo>
                <a:lnTo>
                  <a:pt x="2713253" y="1872147"/>
                </a:lnTo>
                <a:lnTo>
                  <a:pt x="2714608" y="1826662"/>
                </a:lnTo>
                <a:lnTo>
                  <a:pt x="2714809" y="1781219"/>
                </a:lnTo>
                <a:lnTo>
                  <a:pt x="2713861" y="1735841"/>
                </a:lnTo>
                <a:lnTo>
                  <a:pt x="2711770" y="1690549"/>
                </a:lnTo>
                <a:lnTo>
                  <a:pt x="2708540" y="1645366"/>
                </a:lnTo>
                <a:lnTo>
                  <a:pt x="2704179" y="1600313"/>
                </a:lnTo>
                <a:lnTo>
                  <a:pt x="2698691" y="1555415"/>
                </a:lnTo>
                <a:lnTo>
                  <a:pt x="2692082" y="1510692"/>
                </a:lnTo>
                <a:lnTo>
                  <a:pt x="2684358" y="1466167"/>
                </a:lnTo>
                <a:lnTo>
                  <a:pt x="2675524" y="1421862"/>
                </a:lnTo>
                <a:lnTo>
                  <a:pt x="2665586" y="1377800"/>
                </a:lnTo>
                <a:lnTo>
                  <a:pt x="2654550" y="1334003"/>
                </a:lnTo>
                <a:lnTo>
                  <a:pt x="2642421" y="1290494"/>
                </a:lnTo>
                <a:lnTo>
                  <a:pt x="2629205" y="1247294"/>
                </a:lnTo>
                <a:lnTo>
                  <a:pt x="2614907" y="1204426"/>
                </a:lnTo>
                <a:lnTo>
                  <a:pt x="2599533" y="1161912"/>
                </a:lnTo>
                <a:lnTo>
                  <a:pt x="2583089" y="1119775"/>
                </a:lnTo>
                <a:lnTo>
                  <a:pt x="2565581" y="1078037"/>
                </a:lnTo>
                <a:lnTo>
                  <a:pt x="2547013" y="1036719"/>
                </a:lnTo>
                <a:lnTo>
                  <a:pt x="2527392" y="995846"/>
                </a:lnTo>
                <a:lnTo>
                  <a:pt x="2506724" y="955438"/>
                </a:lnTo>
                <a:lnTo>
                  <a:pt x="2485013" y="915518"/>
                </a:lnTo>
                <a:lnTo>
                  <a:pt x="2462265" y="876109"/>
                </a:lnTo>
                <a:lnTo>
                  <a:pt x="2438487" y="837233"/>
                </a:lnTo>
                <a:lnTo>
                  <a:pt x="2413683" y="798911"/>
                </a:lnTo>
                <a:lnTo>
                  <a:pt x="2387860" y="761167"/>
                </a:lnTo>
                <a:lnTo>
                  <a:pt x="2361023" y="724023"/>
                </a:lnTo>
                <a:lnTo>
                  <a:pt x="2333178" y="687501"/>
                </a:lnTo>
                <a:lnTo>
                  <a:pt x="2304329" y="651623"/>
                </a:lnTo>
                <a:lnTo>
                  <a:pt x="2274484" y="616412"/>
                </a:lnTo>
                <a:lnTo>
                  <a:pt x="2243647" y="581890"/>
                </a:lnTo>
                <a:lnTo>
                  <a:pt x="2211824" y="548079"/>
                </a:lnTo>
                <a:lnTo>
                  <a:pt x="2179021" y="515001"/>
                </a:lnTo>
                <a:lnTo>
                  <a:pt x="2145243" y="482680"/>
                </a:lnTo>
                <a:lnTo>
                  <a:pt x="2110497" y="451137"/>
                </a:lnTo>
                <a:lnTo>
                  <a:pt x="2074787" y="420394"/>
                </a:lnTo>
                <a:lnTo>
                  <a:pt x="2038119" y="390474"/>
                </a:lnTo>
                <a:lnTo>
                  <a:pt x="2000499" y="361400"/>
                </a:lnTo>
                <a:lnTo>
                  <a:pt x="1961932" y="333193"/>
                </a:lnTo>
                <a:lnTo>
                  <a:pt x="1922425" y="305875"/>
                </a:lnTo>
                <a:lnTo>
                  <a:pt x="1881983" y="279470"/>
                </a:lnTo>
                <a:lnTo>
                  <a:pt x="1840610" y="254000"/>
                </a:lnTo>
                <a:lnTo>
                  <a:pt x="1796350" y="228404"/>
                </a:lnTo>
                <a:lnTo>
                  <a:pt x="1751458" y="204121"/>
                </a:lnTo>
                <a:lnTo>
                  <a:pt x="1705964" y="181159"/>
                </a:lnTo>
                <a:lnTo>
                  <a:pt x="1659898" y="159526"/>
                </a:lnTo>
                <a:lnTo>
                  <a:pt x="1613289" y="139230"/>
                </a:lnTo>
                <a:lnTo>
                  <a:pt x="1566166" y="120279"/>
                </a:lnTo>
                <a:lnTo>
                  <a:pt x="1518560" y="102681"/>
                </a:lnTo>
                <a:lnTo>
                  <a:pt x="1470498" y="86444"/>
                </a:lnTo>
                <a:lnTo>
                  <a:pt x="1422012" y="71576"/>
                </a:lnTo>
                <a:lnTo>
                  <a:pt x="1373130" y="58086"/>
                </a:lnTo>
                <a:lnTo>
                  <a:pt x="1323882" y="45982"/>
                </a:lnTo>
                <a:lnTo>
                  <a:pt x="1274296" y="35271"/>
                </a:lnTo>
                <a:lnTo>
                  <a:pt x="1224404" y="25962"/>
                </a:lnTo>
                <a:lnTo>
                  <a:pt x="1174233" y="18063"/>
                </a:lnTo>
                <a:lnTo>
                  <a:pt x="1123814" y="11582"/>
                </a:lnTo>
                <a:lnTo>
                  <a:pt x="1073176" y="6527"/>
                </a:lnTo>
                <a:lnTo>
                  <a:pt x="1022348" y="2906"/>
                </a:lnTo>
                <a:lnTo>
                  <a:pt x="971360" y="727"/>
                </a:lnTo>
                <a:lnTo>
                  <a:pt x="920241" y="0"/>
                </a:lnTo>
                <a:close/>
              </a:path>
            </a:pathLst>
          </a:custGeom>
          <a:solidFill>
            <a:srgbClr val="00A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88307" y="1968500"/>
            <a:ext cx="2715260" cy="3589020"/>
          </a:xfrm>
          <a:custGeom>
            <a:avLst/>
            <a:gdLst/>
            <a:ahLst/>
            <a:cxnLst/>
            <a:rect l="l" t="t" r="r" b="b"/>
            <a:pathLst>
              <a:path w="2715259" h="3589020">
                <a:moveTo>
                  <a:pt x="920368" y="1794256"/>
                </a:moveTo>
                <a:lnTo>
                  <a:pt x="0" y="3334639"/>
                </a:lnTo>
                <a:lnTo>
                  <a:pt x="42033" y="3359001"/>
                </a:lnTo>
                <a:lnTo>
                  <a:pt x="84450" y="3382101"/>
                </a:lnTo>
                <a:lnTo>
                  <a:pt x="127226" y="3403946"/>
                </a:lnTo>
                <a:lnTo>
                  <a:pt x="170340" y="3424541"/>
                </a:lnTo>
                <a:lnTo>
                  <a:pt x="213770" y="3443891"/>
                </a:lnTo>
                <a:lnTo>
                  <a:pt x="257494" y="3462002"/>
                </a:lnTo>
                <a:lnTo>
                  <a:pt x="301488" y="3478880"/>
                </a:lnTo>
                <a:lnTo>
                  <a:pt x="345730" y="3494529"/>
                </a:lnTo>
                <a:lnTo>
                  <a:pt x="390199" y="3508957"/>
                </a:lnTo>
                <a:lnTo>
                  <a:pt x="434872" y="3522168"/>
                </a:lnTo>
                <a:lnTo>
                  <a:pt x="479727" y="3534169"/>
                </a:lnTo>
                <a:lnTo>
                  <a:pt x="524740" y="3544964"/>
                </a:lnTo>
                <a:lnTo>
                  <a:pt x="569891" y="3554559"/>
                </a:lnTo>
                <a:lnTo>
                  <a:pt x="615156" y="3562961"/>
                </a:lnTo>
                <a:lnTo>
                  <a:pt x="660514" y="3570174"/>
                </a:lnTo>
                <a:lnTo>
                  <a:pt x="705942" y="3576204"/>
                </a:lnTo>
                <a:lnTo>
                  <a:pt x="751417" y="3581058"/>
                </a:lnTo>
                <a:lnTo>
                  <a:pt x="796918" y="3584739"/>
                </a:lnTo>
                <a:lnTo>
                  <a:pt x="842421" y="3587255"/>
                </a:lnTo>
                <a:lnTo>
                  <a:pt x="887906" y="3588611"/>
                </a:lnTo>
                <a:lnTo>
                  <a:pt x="933348" y="3588812"/>
                </a:lnTo>
                <a:lnTo>
                  <a:pt x="978727" y="3587864"/>
                </a:lnTo>
                <a:lnTo>
                  <a:pt x="1024019" y="3585773"/>
                </a:lnTo>
                <a:lnTo>
                  <a:pt x="1069203" y="3582543"/>
                </a:lnTo>
                <a:lnTo>
                  <a:pt x="1114256" y="3578182"/>
                </a:lnTo>
                <a:lnTo>
                  <a:pt x="1159156" y="3572694"/>
                </a:lnTo>
                <a:lnTo>
                  <a:pt x="1203880" y="3566086"/>
                </a:lnTo>
                <a:lnTo>
                  <a:pt x="1248406" y="3558362"/>
                </a:lnTo>
                <a:lnTo>
                  <a:pt x="1292712" y="3549528"/>
                </a:lnTo>
                <a:lnTo>
                  <a:pt x="1336775" y="3539591"/>
                </a:lnTo>
                <a:lnTo>
                  <a:pt x="1380574" y="3528555"/>
                </a:lnTo>
                <a:lnTo>
                  <a:pt x="1424085" y="3516426"/>
                </a:lnTo>
                <a:lnTo>
                  <a:pt x="1467287" y="3503210"/>
                </a:lnTo>
                <a:lnTo>
                  <a:pt x="1510157" y="3488913"/>
                </a:lnTo>
                <a:lnTo>
                  <a:pt x="1552672" y="3473539"/>
                </a:lnTo>
                <a:lnTo>
                  <a:pt x="1594811" y="3457096"/>
                </a:lnTo>
                <a:lnTo>
                  <a:pt x="1636552" y="3439588"/>
                </a:lnTo>
                <a:lnTo>
                  <a:pt x="1677871" y="3421021"/>
                </a:lnTo>
                <a:lnTo>
                  <a:pt x="1718746" y="3401400"/>
                </a:lnTo>
                <a:lnTo>
                  <a:pt x="1759156" y="3380732"/>
                </a:lnTo>
                <a:lnTo>
                  <a:pt x="1799078" y="3359021"/>
                </a:lnTo>
                <a:lnTo>
                  <a:pt x="1838489" y="3336274"/>
                </a:lnTo>
                <a:lnTo>
                  <a:pt x="1877368" y="3312496"/>
                </a:lnTo>
                <a:lnTo>
                  <a:pt x="1915691" y="3287693"/>
                </a:lnTo>
                <a:lnTo>
                  <a:pt x="1953437" y="3261870"/>
                </a:lnTo>
                <a:lnTo>
                  <a:pt x="1990583" y="3235034"/>
                </a:lnTo>
                <a:lnTo>
                  <a:pt x="2027107" y="3207188"/>
                </a:lnTo>
                <a:lnTo>
                  <a:pt x="2062987" y="3178341"/>
                </a:lnTo>
                <a:lnTo>
                  <a:pt x="2098200" y="3148495"/>
                </a:lnTo>
                <a:lnTo>
                  <a:pt x="2132724" y="3117659"/>
                </a:lnTo>
                <a:lnTo>
                  <a:pt x="2166537" y="3085836"/>
                </a:lnTo>
                <a:lnTo>
                  <a:pt x="2199615" y="3053034"/>
                </a:lnTo>
                <a:lnTo>
                  <a:pt x="2231938" y="3019256"/>
                </a:lnTo>
                <a:lnTo>
                  <a:pt x="2263483" y="2984510"/>
                </a:lnTo>
                <a:lnTo>
                  <a:pt x="2294226" y="2948800"/>
                </a:lnTo>
                <a:lnTo>
                  <a:pt x="2324147" y="2912132"/>
                </a:lnTo>
                <a:lnTo>
                  <a:pt x="2353223" y="2874513"/>
                </a:lnTo>
                <a:lnTo>
                  <a:pt x="2381430" y="2835946"/>
                </a:lnTo>
                <a:lnTo>
                  <a:pt x="2408748" y="2796439"/>
                </a:lnTo>
                <a:lnTo>
                  <a:pt x="2435154" y="2755997"/>
                </a:lnTo>
                <a:lnTo>
                  <a:pt x="2460624" y="2714625"/>
                </a:lnTo>
                <a:lnTo>
                  <a:pt x="2484988" y="2672585"/>
                </a:lnTo>
                <a:lnTo>
                  <a:pt x="2508090" y="2630163"/>
                </a:lnTo>
                <a:lnTo>
                  <a:pt x="2529936" y="2587381"/>
                </a:lnTo>
                <a:lnTo>
                  <a:pt x="2550531" y="2544262"/>
                </a:lnTo>
                <a:lnTo>
                  <a:pt x="2569882" y="2500827"/>
                </a:lnTo>
                <a:lnTo>
                  <a:pt x="2587994" y="2457100"/>
                </a:lnTo>
                <a:lnTo>
                  <a:pt x="2604872" y="2413102"/>
                </a:lnTo>
                <a:lnTo>
                  <a:pt x="2620523" y="2368856"/>
                </a:lnTo>
                <a:lnTo>
                  <a:pt x="2634951" y="2324384"/>
                </a:lnTo>
                <a:lnTo>
                  <a:pt x="2648163" y="2279708"/>
                </a:lnTo>
                <a:lnTo>
                  <a:pt x="2660164" y="2234851"/>
                </a:lnTo>
                <a:lnTo>
                  <a:pt x="2670960" y="2189835"/>
                </a:lnTo>
                <a:lnTo>
                  <a:pt x="2680556" y="2144683"/>
                </a:lnTo>
                <a:lnTo>
                  <a:pt x="2688957" y="2099416"/>
                </a:lnTo>
                <a:lnTo>
                  <a:pt x="2696171" y="2054057"/>
                </a:lnTo>
                <a:lnTo>
                  <a:pt x="2702201" y="2008628"/>
                </a:lnTo>
                <a:lnTo>
                  <a:pt x="2707055" y="1963152"/>
                </a:lnTo>
                <a:lnTo>
                  <a:pt x="2710737" y="1917651"/>
                </a:lnTo>
                <a:lnTo>
                  <a:pt x="2713253" y="1872147"/>
                </a:lnTo>
                <a:lnTo>
                  <a:pt x="2714608" y="1826662"/>
                </a:lnTo>
                <a:lnTo>
                  <a:pt x="2714809" y="1781219"/>
                </a:lnTo>
                <a:lnTo>
                  <a:pt x="2713861" y="1735841"/>
                </a:lnTo>
                <a:lnTo>
                  <a:pt x="2711770" y="1690549"/>
                </a:lnTo>
                <a:lnTo>
                  <a:pt x="2708540" y="1645366"/>
                </a:lnTo>
                <a:lnTo>
                  <a:pt x="2704179" y="1600313"/>
                </a:lnTo>
                <a:lnTo>
                  <a:pt x="2698691" y="1555415"/>
                </a:lnTo>
                <a:lnTo>
                  <a:pt x="2692082" y="1510692"/>
                </a:lnTo>
                <a:lnTo>
                  <a:pt x="2684358" y="1466167"/>
                </a:lnTo>
                <a:lnTo>
                  <a:pt x="2675524" y="1421862"/>
                </a:lnTo>
                <a:lnTo>
                  <a:pt x="2665586" y="1377800"/>
                </a:lnTo>
                <a:lnTo>
                  <a:pt x="2654550" y="1334003"/>
                </a:lnTo>
                <a:lnTo>
                  <a:pt x="2642421" y="1290494"/>
                </a:lnTo>
                <a:lnTo>
                  <a:pt x="2629205" y="1247294"/>
                </a:lnTo>
                <a:lnTo>
                  <a:pt x="2614907" y="1204426"/>
                </a:lnTo>
                <a:lnTo>
                  <a:pt x="2599533" y="1161912"/>
                </a:lnTo>
                <a:lnTo>
                  <a:pt x="2583089" y="1119775"/>
                </a:lnTo>
                <a:lnTo>
                  <a:pt x="2565581" y="1078037"/>
                </a:lnTo>
                <a:lnTo>
                  <a:pt x="2547013" y="1036719"/>
                </a:lnTo>
                <a:lnTo>
                  <a:pt x="2527392" y="995846"/>
                </a:lnTo>
                <a:lnTo>
                  <a:pt x="2506724" y="955438"/>
                </a:lnTo>
                <a:lnTo>
                  <a:pt x="2485013" y="915518"/>
                </a:lnTo>
                <a:lnTo>
                  <a:pt x="2462265" y="876109"/>
                </a:lnTo>
                <a:lnTo>
                  <a:pt x="2438487" y="837233"/>
                </a:lnTo>
                <a:lnTo>
                  <a:pt x="2413683" y="798911"/>
                </a:lnTo>
                <a:lnTo>
                  <a:pt x="2387860" y="761167"/>
                </a:lnTo>
                <a:lnTo>
                  <a:pt x="2361023" y="724023"/>
                </a:lnTo>
                <a:lnTo>
                  <a:pt x="2333178" y="687501"/>
                </a:lnTo>
                <a:lnTo>
                  <a:pt x="2304329" y="651623"/>
                </a:lnTo>
                <a:lnTo>
                  <a:pt x="2274484" y="616412"/>
                </a:lnTo>
                <a:lnTo>
                  <a:pt x="2243647" y="581890"/>
                </a:lnTo>
                <a:lnTo>
                  <a:pt x="2211824" y="548079"/>
                </a:lnTo>
                <a:lnTo>
                  <a:pt x="2179021" y="515001"/>
                </a:lnTo>
                <a:lnTo>
                  <a:pt x="2145243" y="482680"/>
                </a:lnTo>
                <a:lnTo>
                  <a:pt x="2110497" y="451137"/>
                </a:lnTo>
                <a:lnTo>
                  <a:pt x="2074787" y="420394"/>
                </a:lnTo>
                <a:lnTo>
                  <a:pt x="2038119" y="390474"/>
                </a:lnTo>
                <a:lnTo>
                  <a:pt x="2000499" y="361400"/>
                </a:lnTo>
                <a:lnTo>
                  <a:pt x="1961932" y="333193"/>
                </a:lnTo>
                <a:lnTo>
                  <a:pt x="1922425" y="305875"/>
                </a:lnTo>
                <a:lnTo>
                  <a:pt x="1881983" y="279470"/>
                </a:lnTo>
                <a:lnTo>
                  <a:pt x="1840610" y="254000"/>
                </a:lnTo>
                <a:lnTo>
                  <a:pt x="1796350" y="228404"/>
                </a:lnTo>
                <a:lnTo>
                  <a:pt x="1751458" y="204121"/>
                </a:lnTo>
                <a:lnTo>
                  <a:pt x="1705964" y="181159"/>
                </a:lnTo>
                <a:lnTo>
                  <a:pt x="1659898" y="159526"/>
                </a:lnTo>
                <a:lnTo>
                  <a:pt x="1613289" y="139230"/>
                </a:lnTo>
                <a:lnTo>
                  <a:pt x="1566166" y="120279"/>
                </a:lnTo>
                <a:lnTo>
                  <a:pt x="1518560" y="102681"/>
                </a:lnTo>
                <a:lnTo>
                  <a:pt x="1470498" y="86444"/>
                </a:lnTo>
                <a:lnTo>
                  <a:pt x="1422012" y="71576"/>
                </a:lnTo>
                <a:lnTo>
                  <a:pt x="1373130" y="58086"/>
                </a:lnTo>
                <a:lnTo>
                  <a:pt x="1323882" y="45982"/>
                </a:lnTo>
                <a:lnTo>
                  <a:pt x="1274296" y="35271"/>
                </a:lnTo>
                <a:lnTo>
                  <a:pt x="1224404" y="25962"/>
                </a:lnTo>
                <a:lnTo>
                  <a:pt x="1174233" y="18063"/>
                </a:lnTo>
                <a:lnTo>
                  <a:pt x="1123814" y="11582"/>
                </a:lnTo>
                <a:lnTo>
                  <a:pt x="1073176" y="6527"/>
                </a:lnTo>
                <a:lnTo>
                  <a:pt x="1022348" y="2906"/>
                </a:lnTo>
                <a:lnTo>
                  <a:pt x="971360" y="727"/>
                </a:lnTo>
                <a:lnTo>
                  <a:pt x="920241" y="0"/>
                </a:lnTo>
                <a:lnTo>
                  <a:pt x="920368" y="1794256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4138" y="3057655"/>
            <a:ext cx="1795145" cy="2245995"/>
          </a:xfrm>
          <a:custGeom>
            <a:avLst/>
            <a:gdLst/>
            <a:ahLst/>
            <a:cxnLst/>
            <a:rect l="l" t="t" r="r" b="b"/>
            <a:pathLst>
              <a:path w="1795145" h="2245995">
                <a:moveTo>
                  <a:pt x="144556" y="0"/>
                </a:moveTo>
                <a:lnTo>
                  <a:pt x="125970" y="45163"/>
                </a:lnTo>
                <a:lnTo>
                  <a:pt x="108694" y="90568"/>
                </a:lnTo>
                <a:lnTo>
                  <a:pt x="92721" y="136193"/>
                </a:lnTo>
                <a:lnTo>
                  <a:pt x="78045" y="182015"/>
                </a:lnTo>
                <a:lnTo>
                  <a:pt x="64656" y="228011"/>
                </a:lnTo>
                <a:lnTo>
                  <a:pt x="52549" y="274158"/>
                </a:lnTo>
                <a:lnTo>
                  <a:pt x="41714" y="320433"/>
                </a:lnTo>
                <a:lnTo>
                  <a:pt x="32147" y="366814"/>
                </a:lnTo>
                <a:lnTo>
                  <a:pt x="23837" y="413278"/>
                </a:lnTo>
                <a:lnTo>
                  <a:pt x="16779" y="459802"/>
                </a:lnTo>
                <a:lnTo>
                  <a:pt x="10965" y="506363"/>
                </a:lnTo>
                <a:lnTo>
                  <a:pt x="6388" y="552938"/>
                </a:lnTo>
                <a:lnTo>
                  <a:pt x="3039" y="599504"/>
                </a:lnTo>
                <a:lnTo>
                  <a:pt x="912" y="646040"/>
                </a:lnTo>
                <a:lnTo>
                  <a:pt x="0" y="692521"/>
                </a:lnTo>
                <a:lnTo>
                  <a:pt x="294" y="738925"/>
                </a:lnTo>
                <a:lnTo>
                  <a:pt x="1787" y="785230"/>
                </a:lnTo>
                <a:lnTo>
                  <a:pt x="4473" y="831412"/>
                </a:lnTo>
                <a:lnTo>
                  <a:pt x="8344" y="877448"/>
                </a:lnTo>
                <a:lnTo>
                  <a:pt x="13391" y="923316"/>
                </a:lnTo>
                <a:lnTo>
                  <a:pt x="19609" y="968994"/>
                </a:lnTo>
                <a:lnTo>
                  <a:pt x="26988" y="1014457"/>
                </a:lnTo>
                <a:lnTo>
                  <a:pt x="35523" y="1059684"/>
                </a:lnTo>
                <a:lnTo>
                  <a:pt x="45206" y="1104651"/>
                </a:lnTo>
                <a:lnTo>
                  <a:pt x="56029" y="1149337"/>
                </a:lnTo>
                <a:lnTo>
                  <a:pt x="67984" y="1193717"/>
                </a:lnTo>
                <a:lnTo>
                  <a:pt x="81065" y="1237769"/>
                </a:lnTo>
                <a:lnTo>
                  <a:pt x="95264" y="1281470"/>
                </a:lnTo>
                <a:lnTo>
                  <a:pt x="110573" y="1324798"/>
                </a:lnTo>
                <a:lnTo>
                  <a:pt x="126986" y="1367730"/>
                </a:lnTo>
                <a:lnTo>
                  <a:pt x="144494" y="1410242"/>
                </a:lnTo>
                <a:lnTo>
                  <a:pt x="163091" y="1452313"/>
                </a:lnTo>
                <a:lnTo>
                  <a:pt x="182769" y="1493919"/>
                </a:lnTo>
                <a:lnTo>
                  <a:pt x="203520" y="1535037"/>
                </a:lnTo>
                <a:lnTo>
                  <a:pt x="225337" y="1575645"/>
                </a:lnTo>
                <a:lnTo>
                  <a:pt x="248214" y="1615719"/>
                </a:lnTo>
                <a:lnTo>
                  <a:pt x="272141" y="1655238"/>
                </a:lnTo>
                <a:lnTo>
                  <a:pt x="297112" y="1694178"/>
                </a:lnTo>
                <a:lnTo>
                  <a:pt x="323120" y="1732516"/>
                </a:lnTo>
                <a:lnTo>
                  <a:pt x="350157" y="1770230"/>
                </a:lnTo>
                <a:lnTo>
                  <a:pt x="378216" y="1807296"/>
                </a:lnTo>
                <a:lnTo>
                  <a:pt x="407289" y="1843692"/>
                </a:lnTo>
                <a:lnTo>
                  <a:pt x="437369" y="1879396"/>
                </a:lnTo>
                <a:lnTo>
                  <a:pt x="468449" y="1914383"/>
                </a:lnTo>
                <a:lnTo>
                  <a:pt x="500520" y="1948632"/>
                </a:lnTo>
                <a:lnTo>
                  <a:pt x="533576" y="1982120"/>
                </a:lnTo>
                <a:lnTo>
                  <a:pt x="567610" y="2014824"/>
                </a:lnTo>
                <a:lnTo>
                  <a:pt x="602613" y="2046721"/>
                </a:lnTo>
                <a:lnTo>
                  <a:pt x="638579" y="2077788"/>
                </a:lnTo>
                <a:lnTo>
                  <a:pt x="675500" y="2108002"/>
                </a:lnTo>
                <a:lnTo>
                  <a:pt x="713368" y="2137341"/>
                </a:lnTo>
                <a:lnTo>
                  <a:pt x="752177" y="2165782"/>
                </a:lnTo>
                <a:lnTo>
                  <a:pt x="791919" y="2193301"/>
                </a:lnTo>
                <a:lnTo>
                  <a:pt x="832586" y="2219877"/>
                </a:lnTo>
                <a:lnTo>
                  <a:pt x="874171" y="2245487"/>
                </a:lnTo>
                <a:lnTo>
                  <a:pt x="1794540" y="705104"/>
                </a:lnTo>
                <a:lnTo>
                  <a:pt x="144556" y="0"/>
                </a:lnTo>
                <a:close/>
              </a:path>
            </a:pathLst>
          </a:custGeom>
          <a:solidFill>
            <a:srgbClr val="E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4138" y="3057655"/>
            <a:ext cx="1795145" cy="2245995"/>
          </a:xfrm>
          <a:custGeom>
            <a:avLst/>
            <a:gdLst/>
            <a:ahLst/>
            <a:cxnLst/>
            <a:rect l="l" t="t" r="r" b="b"/>
            <a:pathLst>
              <a:path w="1795145" h="2245995">
                <a:moveTo>
                  <a:pt x="1794540" y="705104"/>
                </a:moveTo>
                <a:lnTo>
                  <a:pt x="144556" y="0"/>
                </a:lnTo>
                <a:lnTo>
                  <a:pt x="125970" y="45163"/>
                </a:lnTo>
                <a:lnTo>
                  <a:pt x="108694" y="90568"/>
                </a:lnTo>
                <a:lnTo>
                  <a:pt x="92721" y="136193"/>
                </a:lnTo>
                <a:lnTo>
                  <a:pt x="78045" y="182015"/>
                </a:lnTo>
                <a:lnTo>
                  <a:pt x="64656" y="228011"/>
                </a:lnTo>
                <a:lnTo>
                  <a:pt x="52549" y="274158"/>
                </a:lnTo>
                <a:lnTo>
                  <a:pt x="41714" y="320433"/>
                </a:lnTo>
                <a:lnTo>
                  <a:pt x="32147" y="366814"/>
                </a:lnTo>
                <a:lnTo>
                  <a:pt x="23837" y="413278"/>
                </a:lnTo>
                <a:lnTo>
                  <a:pt x="16779" y="459802"/>
                </a:lnTo>
                <a:lnTo>
                  <a:pt x="10965" y="506363"/>
                </a:lnTo>
                <a:lnTo>
                  <a:pt x="6388" y="552938"/>
                </a:lnTo>
                <a:lnTo>
                  <a:pt x="3039" y="599504"/>
                </a:lnTo>
                <a:lnTo>
                  <a:pt x="912" y="646040"/>
                </a:lnTo>
                <a:lnTo>
                  <a:pt x="0" y="692521"/>
                </a:lnTo>
                <a:lnTo>
                  <a:pt x="294" y="738925"/>
                </a:lnTo>
                <a:lnTo>
                  <a:pt x="1787" y="785230"/>
                </a:lnTo>
                <a:lnTo>
                  <a:pt x="4473" y="831412"/>
                </a:lnTo>
                <a:lnTo>
                  <a:pt x="8344" y="877448"/>
                </a:lnTo>
                <a:lnTo>
                  <a:pt x="13391" y="923316"/>
                </a:lnTo>
                <a:lnTo>
                  <a:pt x="19609" y="968994"/>
                </a:lnTo>
                <a:lnTo>
                  <a:pt x="26988" y="1014457"/>
                </a:lnTo>
                <a:lnTo>
                  <a:pt x="35523" y="1059684"/>
                </a:lnTo>
                <a:lnTo>
                  <a:pt x="45206" y="1104651"/>
                </a:lnTo>
                <a:lnTo>
                  <a:pt x="56029" y="1149337"/>
                </a:lnTo>
                <a:lnTo>
                  <a:pt x="67984" y="1193717"/>
                </a:lnTo>
                <a:lnTo>
                  <a:pt x="81065" y="1237769"/>
                </a:lnTo>
                <a:lnTo>
                  <a:pt x="95264" y="1281470"/>
                </a:lnTo>
                <a:lnTo>
                  <a:pt x="110573" y="1324798"/>
                </a:lnTo>
                <a:lnTo>
                  <a:pt x="126986" y="1367730"/>
                </a:lnTo>
                <a:lnTo>
                  <a:pt x="144494" y="1410242"/>
                </a:lnTo>
                <a:lnTo>
                  <a:pt x="163091" y="1452313"/>
                </a:lnTo>
                <a:lnTo>
                  <a:pt x="182769" y="1493919"/>
                </a:lnTo>
                <a:lnTo>
                  <a:pt x="203520" y="1535037"/>
                </a:lnTo>
                <a:lnTo>
                  <a:pt x="225337" y="1575645"/>
                </a:lnTo>
                <a:lnTo>
                  <a:pt x="248214" y="1615719"/>
                </a:lnTo>
                <a:lnTo>
                  <a:pt x="272141" y="1655238"/>
                </a:lnTo>
                <a:lnTo>
                  <a:pt x="297112" y="1694178"/>
                </a:lnTo>
                <a:lnTo>
                  <a:pt x="323120" y="1732516"/>
                </a:lnTo>
                <a:lnTo>
                  <a:pt x="350157" y="1770230"/>
                </a:lnTo>
                <a:lnTo>
                  <a:pt x="378216" y="1807296"/>
                </a:lnTo>
                <a:lnTo>
                  <a:pt x="407289" y="1843692"/>
                </a:lnTo>
                <a:lnTo>
                  <a:pt x="437369" y="1879396"/>
                </a:lnTo>
                <a:lnTo>
                  <a:pt x="468449" y="1914383"/>
                </a:lnTo>
                <a:lnTo>
                  <a:pt x="500520" y="1948632"/>
                </a:lnTo>
                <a:lnTo>
                  <a:pt x="533576" y="1982120"/>
                </a:lnTo>
                <a:lnTo>
                  <a:pt x="567610" y="2014824"/>
                </a:lnTo>
                <a:lnTo>
                  <a:pt x="602613" y="2046721"/>
                </a:lnTo>
                <a:lnTo>
                  <a:pt x="638579" y="2077788"/>
                </a:lnTo>
                <a:lnTo>
                  <a:pt x="675500" y="2108002"/>
                </a:lnTo>
                <a:lnTo>
                  <a:pt x="713368" y="2137341"/>
                </a:lnTo>
                <a:lnTo>
                  <a:pt x="752177" y="2165782"/>
                </a:lnTo>
                <a:lnTo>
                  <a:pt x="791919" y="2193301"/>
                </a:lnTo>
                <a:lnTo>
                  <a:pt x="832586" y="2219877"/>
                </a:lnTo>
                <a:lnTo>
                  <a:pt x="874171" y="2245487"/>
                </a:lnTo>
                <a:lnTo>
                  <a:pt x="1794540" y="705104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58691" y="2222500"/>
            <a:ext cx="1650364" cy="1540510"/>
          </a:xfrm>
          <a:custGeom>
            <a:avLst/>
            <a:gdLst/>
            <a:ahLst/>
            <a:cxnLst/>
            <a:rect l="l" t="t" r="r" b="b"/>
            <a:pathLst>
              <a:path w="1650364" h="1540510">
                <a:moveTo>
                  <a:pt x="729615" y="0"/>
                </a:moveTo>
                <a:lnTo>
                  <a:pt x="687590" y="25897"/>
                </a:lnTo>
                <a:lnTo>
                  <a:pt x="646376" y="52886"/>
                </a:lnTo>
                <a:lnTo>
                  <a:pt x="605990" y="80945"/>
                </a:lnTo>
                <a:lnTo>
                  <a:pt x="566451" y="110054"/>
                </a:lnTo>
                <a:lnTo>
                  <a:pt x="527776" y="140193"/>
                </a:lnTo>
                <a:lnTo>
                  <a:pt x="489983" y="171341"/>
                </a:lnTo>
                <a:lnTo>
                  <a:pt x="453091" y="203476"/>
                </a:lnTo>
                <a:lnTo>
                  <a:pt x="417117" y="236579"/>
                </a:lnTo>
                <a:lnTo>
                  <a:pt x="382080" y="270629"/>
                </a:lnTo>
                <a:lnTo>
                  <a:pt x="347998" y="305604"/>
                </a:lnTo>
                <a:lnTo>
                  <a:pt x="314888" y="341485"/>
                </a:lnTo>
                <a:lnTo>
                  <a:pt x="282769" y="378251"/>
                </a:lnTo>
                <a:lnTo>
                  <a:pt x="251658" y="415881"/>
                </a:lnTo>
                <a:lnTo>
                  <a:pt x="221575" y="454354"/>
                </a:lnTo>
                <a:lnTo>
                  <a:pt x="192536" y="493649"/>
                </a:lnTo>
                <a:lnTo>
                  <a:pt x="164559" y="533747"/>
                </a:lnTo>
                <a:lnTo>
                  <a:pt x="137664" y="574626"/>
                </a:lnTo>
                <a:lnTo>
                  <a:pt x="111867" y="616266"/>
                </a:lnTo>
                <a:lnTo>
                  <a:pt x="87188" y="658646"/>
                </a:lnTo>
                <a:lnTo>
                  <a:pt x="63643" y="701745"/>
                </a:lnTo>
                <a:lnTo>
                  <a:pt x="41252" y="745543"/>
                </a:lnTo>
                <a:lnTo>
                  <a:pt x="20031" y="790018"/>
                </a:lnTo>
                <a:lnTo>
                  <a:pt x="0" y="835151"/>
                </a:lnTo>
                <a:lnTo>
                  <a:pt x="1649984" y="1540256"/>
                </a:lnTo>
                <a:lnTo>
                  <a:pt x="729615" y="0"/>
                </a:lnTo>
                <a:close/>
              </a:path>
            </a:pathLst>
          </a:custGeom>
          <a:solidFill>
            <a:srgbClr val="EDD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58691" y="2222500"/>
            <a:ext cx="1650364" cy="1540510"/>
          </a:xfrm>
          <a:custGeom>
            <a:avLst/>
            <a:gdLst/>
            <a:ahLst/>
            <a:cxnLst/>
            <a:rect l="l" t="t" r="r" b="b"/>
            <a:pathLst>
              <a:path w="1650364" h="1540510">
                <a:moveTo>
                  <a:pt x="1649984" y="1540256"/>
                </a:moveTo>
                <a:lnTo>
                  <a:pt x="729615" y="0"/>
                </a:lnTo>
                <a:lnTo>
                  <a:pt x="687590" y="25897"/>
                </a:lnTo>
                <a:lnTo>
                  <a:pt x="646376" y="52886"/>
                </a:lnTo>
                <a:lnTo>
                  <a:pt x="605990" y="80945"/>
                </a:lnTo>
                <a:lnTo>
                  <a:pt x="566451" y="110054"/>
                </a:lnTo>
                <a:lnTo>
                  <a:pt x="527776" y="140193"/>
                </a:lnTo>
                <a:lnTo>
                  <a:pt x="489983" y="171341"/>
                </a:lnTo>
                <a:lnTo>
                  <a:pt x="453091" y="203476"/>
                </a:lnTo>
                <a:lnTo>
                  <a:pt x="417117" y="236579"/>
                </a:lnTo>
                <a:lnTo>
                  <a:pt x="382080" y="270629"/>
                </a:lnTo>
                <a:lnTo>
                  <a:pt x="347998" y="305604"/>
                </a:lnTo>
                <a:lnTo>
                  <a:pt x="314888" y="341485"/>
                </a:lnTo>
                <a:lnTo>
                  <a:pt x="282769" y="378251"/>
                </a:lnTo>
                <a:lnTo>
                  <a:pt x="251658" y="415881"/>
                </a:lnTo>
                <a:lnTo>
                  <a:pt x="221575" y="454354"/>
                </a:lnTo>
                <a:lnTo>
                  <a:pt x="192536" y="493649"/>
                </a:lnTo>
                <a:lnTo>
                  <a:pt x="164559" y="533747"/>
                </a:lnTo>
                <a:lnTo>
                  <a:pt x="137664" y="574626"/>
                </a:lnTo>
                <a:lnTo>
                  <a:pt x="111867" y="616266"/>
                </a:lnTo>
                <a:lnTo>
                  <a:pt x="87188" y="658646"/>
                </a:lnTo>
                <a:lnTo>
                  <a:pt x="63643" y="701745"/>
                </a:lnTo>
                <a:lnTo>
                  <a:pt x="41252" y="745543"/>
                </a:lnTo>
                <a:lnTo>
                  <a:pt x="20031" y="790018"/>
                </a:lnTo>
                <a:lnTo>
                  <a:pt x="0" y="835151"/>
                </a:lnTo>
                <a:lnTo>
                  <a:pt x="1649984" y="1540256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88309" y="1968500"/>
            <a:ext cx="920751" cy="1794510"/>
          </a:xfrm>
          <a:custGeom>
            <a:avLst/>
            <a:gdLst/>
            <a:ahLst/>
            <a:cxnLst/>
            <a:rect l="l" t="t" r="r" b="b"/>
            <a:pathLst>
              <a:path w="920750" h="1794510">
                <a:moveTo>
                  <a:pt x="920241" y="0"/>
                </a:moveTo>
                <a:lnTo>
                  <a:pt x="869142" y="727"/>
                </a:lnTo>
                <a:lnTo>
                  <a:pt x="818171" y="2906"/>
                </a:lnTo>
                <a:lnTo>
                  <a:pt x="767358" y="6527"/>
                </a:lnTo>
                <a:lnTo>
                  <a:pt x="716733" y="11582"/>
                </a:lnTo>
                <a:lnTo>
                  <a:pt x="666326" y="18063"/>
                </a:lnTo>
                <a:lnTo>
                  <a:pt x="616166" y="25962"/>
                </a:lnTo>
                <a:lnTo>
                  <a:pt x="566282" y="35271"/>
                </a:lnTo>
                <a:lnTo>
                  <a:pt x="516704" y="45982"/>
                </a:lnTo>
                <a:lnTo>
                  <a:pt x="467462" y="58086"/>
                </a:lnTo>
                <a:lnTo>
                  <a:pt x="418584" y="71576"/>
                </a:lnTo>
                <a:lnTo>
                  <a:pt x="370102" y="86444"/>
                </a:lnTo>
                <a:lnTo>
                  <a:pt x="322044" y="102681"/>
                </a:lnTo>
                <a:lnTo>
                  <a:pt x="274440" y="120279"/>
                </a:lnTo>
                <a:lnTo>
                  <a:pt x="227319" y="139230"/>
                </a:lnTo>
                <a:lnTo>
                  <a:pt x="180711" y="159526"/>
                </a:lnTo>
                <a:lnTo>
                  <a:pt x="134646" y="181159"/>
                </a:lnTo>
                <a:lnTo>
                  <a:pt x="89152" y="204121"/>
                </a:lnTo>
                <a:lnTo>
                  <a:pt x="44260" y="228404"/>
                </a:lnTo>
                <a:lnTo>
                  <a:pt x="0" y="254000"/>
                </a:lnTo>
                <a:lnTo>
                  <a:pt x="920368" y="1794256"/>
                </a:lnTo>
                <a:lnTo>
                  <a:pt x="920241" y="0"/>
                </a:lnTo>
                <a:close/>
              </a:path>
            </a:pathLst>
          </a:custGeom>
          <a:solidFill>
            <a:srgbClr val="F5A7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88309" y="1968500"/>
            <a:ext cx="920751" cy="1794510"/>
          </a:xfrm>
          <a:custGeom>
            <a:avLst/>
            <a:gdLst/>
            <a:ahLst/>
            <a:cxnLst/>
            <a:rect l="l" t="t" r="r" b="b"/>
            <a:pathLst>
              <a:path w="920750" h="1794510">
                <a:moveTo>
                  <a:pt x="920368" y="1794256"/>
                </a:moveTo>
                <a:lnTo>
                  <a:pt x="920241" y="0"/>
                </a:lnTo>
                <a:lnTo>
                  <a:pt x="869142" y="727"/>
                </a:lnTo>
                <a:lnTo>
                  <a:pt x="818171" y="2906"/>
                </a:lnTo>
                <a:lnTo>
                  <a:pt x="767358" y="6527"/>
                </a:lnTo>
                <a:lnTo>
                  <a:pt x="716733" y="11582"/>
                </a:lnTo>
                <a:lnTo>
                  <a:pt x="666326" y="18063"/>
                </a:lnTo>
                <a:lnTo>
                  <a:pt x="616166" y="25962"/>
                </a:lnTo>
                <a:lnTo>
                  <a:pt x="566282" y="35271"/>
                </a:lnTo>
                <a:lnTo>
                  <a:pt x="516704" y="45982"/>
                </a:lnTo>
                <a:lnTo>
                  <a:pt x="467462" y="58086"/>
                </a:lnTo>
                <a:lnTo>
                  <a:pt x="418584" y="71576"/>
                </a:lnTo>
                <a:lnTo>
                  <a:pt x="370102" y="86444"/>
                </a:lnTo>
                <a:lnTo>
                  <a:pt x="322044" y="102681"/>
                </a:lnTo>
                <a:lnTo>
                  <a:pt x="274440" y="120279"/>
                </a:lnTo>
                <a:lnTo>
                  <a:pt x="227319" y="139230"/>
                </a:lnTo>
                <a:lnTo>
                  <a:pt x="180711" y="159526"/>
                </a:lnTo>
                <a:lnTo>
                  <a:pt x="134646" y="181159"/>
                </a:lnTo>
                <a:lnTo>
                  <a:pt x="89152" y="204121"/>
                </a:lnTo>
                <a:lnTo>
                  <a:pt x="44260" y="228404"/>
                </a:lnTo>
                <a:lnTo>
                  <a:pt x="0" y="254000"/>
                </a:lnTo>
                <a:lnTo>
                  <a:pt x="920368" y="1794256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10358" y="5782055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00AD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10358" y="5782055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09797" y="5703824"/>
            <a:ext cx="11233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585858"/>
                </a:solidFill>
                <a:latin typeface="Arial"/>
                <a:cs typeface="Arial"/>
              </a:rPr>
              <a:t>Garments</a:t>
            </a:r>
            <a:r>
              <a:rPr sz="1200" spc="-7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585858"/>
                </a:solidFill>
                <a:latin typeface="Arial"/>
                <a:cs typeface="Arial"/>
              </a:rPr>
              <a:t>Sector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95674" y="5782055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E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95674" y="5782055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94862" y="5703824"/>
            <a:ext cx="5708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585858"/>
                </a:solidFill>
                <a:latin typeface="Arial"/>
                <a:cs typeface="Arial"/>
              </a:rPr>
              <a:t>Workers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27778" y="5782055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EDD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27778" y="5782055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26964" y="5703824"/>
            <a:ext cx="69977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solidFill>
                  <a:srgbClr val="585858"/>
                </a:solidFill>
                <a:latin typeface="Arial"/>
                <a:cs typeface="Arial"/>
              </a:rPr>
              <a:t>IT</a:t>
            </a:r>
            <a:r>
              <a:rPr sz="1200" spc="-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585858"/>
                </a:solidFill>
                <a:latin typeface="Arial"/>
                <a:cs typeface="Arial"/>
              </a:rPr>
              <a:t>Industry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89419" y="578205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5A7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89419" y="578205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ln w="1828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88608" y="5703824"/>
            <a:ext cx="3854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70" dirty="0">
                <a:solidFill>
                  <a:srgbClr val="585858"/>
                </a:solidFill>
                <a:latin typeface="Arial"/>
                <a:cs typeface="Arial"/>
              </a:rPr>
              <a:t>O</a:t>
            </a:r>
            <a:r>
              <a:rPr sz="1200" spc="5" dirty="0">
                <a:solidFill>
                  <a:srgbClr val="585858"/>
                </a:solidFill>
                <a:latin typeface="Arial"/>
                <a:cs typeface="Arial"/>
              </a:rPr>
              <a:t>t</a:t>
            </a:r>
            <a:r>
              <a:rPr sz="1200" spc="10" dirty="0">
                <a:solidFill>
                  <a:srgbClr val="585858"/>
                </a:solidFill>
                <a:latin typeface="Arial"/>
                <a:cs typeface="Arial"/>
              </a:rPr>
              <a:t>h</a:t>
            </a:r>
            <a:r>
              <a:rPr sz="1200" spc="-35" dirty="0">
                <a:solidFill>
                  <a:srgbClr val="585858"/>
                </a:solidFill>
                <a:latin typeface="Arial"/>
                <a:cs typeface="Arial"/>
              </a:rPr>
              <a:t>e</a:t>
            </a:r>
            <a:r>
              <a:rPr sz="1200" spc="-5" dirty="0">
                <a:solidFill>
                  <a:srgbClr val="585858"/>
                </a:solidFill>
                <a:latin typeface="Arial"/>
                <a:cs typeface="Arial"/>
              </a:rPr>
              <a:t>r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481331"/>
            <a:ext cx="10972800" cy="34195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spcBef>
                <a:spcPts val="105"/>
              </a:spcBef>
              <a:buFont typeface="Wingdings" pitchFamily="2" charset="2"/>
              <a:buChar char="v"/>
            </a:pPr>
            <a:r>
              <a:rPr sz="2000" spc="-130" dirty="0"/>
              <a:t>Today </a:t>
            </a:r>
            <a:r>
              <a:rPr sz="2000" spc="-40" dirty="0"/>
              <a:t>technology </a:t>
            </a:r>
            <a:r>
              <a:rPr sz="2000" spc="-50" dirty="0"/>
              <a:t>reaches </a:t>
            </a:r>
            <a:r>
              <a:rPr sz="2000" spc="-45" dirty="0"/>
              <a:t>school, </a:t>
            </a:r>
            <a:r>
              <a:rPr sz="2000" spc="-35" dirty="0"/>
              <a:t>college and </a:t>
            </a:r>
            <a:r>
              <a:rPr sz="2000" spc="-15" dirty="0"/>
              <a:t>other </a:t>
            </a:r>
            <a:r>
              <a:rPr sz="2000" spc="-45" dirty="0"/>
              <a:t>places. </a:t>
            </a:r>
            <a:r>
              <a:rPr sz="2000" spc="-25" dirty="0"/>
              <a:t>In </a:t>
            </a:r>
            <a:r>
              <a:rPr sz="2000" dirty="0"/>
              <a:t>the</a:t>
            </a:r>
            <a:r>
              <a:rPr sz="2000" spc="-175" dirty="0"/>
              <a:t> </a:t>
            </a:r>
            <a:r>
              <a:rPr sz="2000" spc="-45" dirty="0"/>
              <a:t>syllabus</a:t>
            </a:r>
          </a:p>
          <a:p>
            <a:pPr marL="342900" marR="5080" indent="-342900">
              <a:lnSpc>
                <a:spcPct val="165000"/>
              </a:lnSpc>
              <a:buFont typeface="Wingdings" pitchFamily="2" charset="2"/>
              <a:buChar char="v"/>
              <a:tabLst>
                <a:tab pos="986155" algn="l"/>
              </a:tabLst>
            </a:pPr>
            <a:r>
              <a:rPr sz="2000" spc="-40" dirty="0"/>
              <a:t>technology added </a:t>
            </a:r>
            <a:r>
              <a:rPr sz="2000" spc="-35" dirty="0"/>
              <a:t>and </a:t>
            </a:r>
            <a:r>
              <a:rPr sz="2000" spc="-40" dirty="0"/>
              <a:t>school ,college </a:t>
            </a:r>
            <a:r>
              <a:rPr sz="2000" spc="-35" dirty="0"/>
              <a:t>read </a:t>
            </a:r>
            <a:r>
              <a:rPr sz="2000" spc="5" dirty="0"/>
              <a:t>this </a:t>
            </a:r>
            <a:r>
              <a:rPr sz="2000" spc="-30" dirty="0"/>
              <a:t>subject </a:t>
            </a:r>
            <a:r>
              <a:rPr sz="2000" spc="-55" dirty="0"/>
              <a:t>seriously. </a:t>
            </a:r>
            <a:r>
              <a:rPr sz="2000" spc="-125" dirty="0"/>
              <a:t>So</a:t>
            </a:r>
            <a:r>
              <a:rPr sz="2000" spc="-305" dirty="0"/>
              <a:t> </a:t>
            </a:r>
            <a:r>
              <a:rPr sz="2000" spc="-20" dirty="0"/>
              <a:t>students  </a:t>
            </a:r>
            <a:r>
              <a:rPr sz="2000" spc="-5" dirty="0" smtClean="0"/>
              <a:t>starting</a:t>
            </a:r>
            <a:r>
              <a:rPr lang="en-US" sz="2000" spc="-5" dirty="0" smtClean="0"/>
              <a:t>  </a:t>
            </a:r>
            <a:r>
              <a:rPr sz="2000" spc="-20" dirty="0" smtClean="0"/>
              <a:t>learn </a:t>
            </a:r>
            <a:r>
              <a:rPr sz="2000" spc="-10" dirty="0"/>
              <a:t>well </a:t>
            </a:r>
            <a:r>
              <a:rPr sz="2000" spc="-15" dirty="0"/>
              <a:t>about </a:t>
            </a:r>
            <a:r>
              <a:rPr sz="2000" spc="-50" dirty="0"/>
              <a:t>technology. </a:t>
            </a:r>
            <a:r>
              <a:rPr sz="2000" spc="-30" dirty="0"/>
              <a:t>Student </a:t>
            </a:r>
            <a:r>
              <a:rPr sz="2000" spc="5" dirty="0"/>
              <a:t>take </a:t>
            </a:r>
            <a:r>
              <a:rPr sz="2000" spc="-25" dirty="0"/>
              <a:t>higher </a:t>
            </a:r>
            <a:r>
              <a:rPr sz="2000" spc="-50" dirty="0"/>
              <a:t>degree </a:t>
            </a:r>
            <a:r>
              <a:rPr sz="2000" spc="-15" dirty="0"/>
              <a:t>about  </a:t>
            </a:r>
            <a:r>
              <a:rPr sz="2000" spc="-40" dirty="0"/>
              <a:t>technology </a:t>
            </a:r>
            <a:r>
              <a:rPr sz="2000" spc="-35" dirty="0"/>
              <a:t>and </a:t>
            </a:r>
            <a:r>
              <a:rPr sz="2000" dirty="0"/>
              <a:t>join </a:t>
            </a:r>
            <a:r>
              <a:rPr sz="2000" spc="5" dirty="0"/>
              <a:t>in </a:t>
            </a:r>
            <a:r>
              <a:rPr sz="2000" dirty="0"/>
              <a:t>the </a:t>
            </a:r>
            <a:r>
              <a:rPr sz="2000" spc="-140" dirty="0"/>
              <a:t>IT </a:t>
            </a:r>
            <a:r>
              <a:rPr sz="2000" spc="-35" dirty="0"/>
              <a:t>industry. </a:t>
            </a:r>
            <a:r>
              <a:rPr sz="2000" spc="-40" dirty="0"/>
              <a:t>school </a:t>
            </a:r>
            <a:r>
              <a:rPr sz="2000" spc="-45" dirty="0"/>
              <a:t>,college, </a:t>
            </a:r>
            <a:r>
              <a:rPr sz="2000" spc="-30" dirty="0"/>
              <a:t>university </a:t>
            </a:r>
            <a:r>
              <a:rPr sz="2000" dirty="0"/>
              <a:t>make </a:t>
            </a:r>
            <a:r>
              <a:rPr sz="2000" spc="25" dirty="0"/>
              <a:t>wifi </a:t>
            </a:r>
            <a:r>
              <a:rPr sz="2000" spc="5" dirty="0"/>
              <a:t>in  their </a:t>
            </a:r>
            <a:r>
              <a:rPr sz="2000" spc="-40" dirty="0"/>
              <a:t>place, </a:t>
            </a:r>
            <a:r>
              <a:rPr sz="2000" spc="-5" dirty="0"/>
              <a:t>build </a:t>
            </a:r>
            <a:r>
              <a:rPr sz="2000" spc="-15" dirty="0"/>
              <a:t>computer </a:t>
            </a:r>
            <a:r>
              <a:rPr sz="2000" spc="5" dirty="0"/>
              <a:t>in their </a:t>
            </a:r>
            <a:r>
              <a:rPr sz="2000" spc="-40" dirty="0"/>
              <a:t>place. </a:t>
            </a:r>
            <a:r>
              <a:rPr sz="2000" spc="-25" dirty="0"/>
              <a:t>In </a:t>
            </a:r>
            <a:r>
              <a:rPr sz="2000" dirty="0"/>
              <a:t>the </a:t>
            </a:r>
            <a:r>
              <a:rPr sz="2000" spc="-25" dirty="0"/>
              <a:t>village </a:t>
            </a:r>
            <a:r>
              <a:rPr sz="2000" spc="-40" dirty="0"/>
              <a:t>school,college </a:t>
            </a:r>
            <a:r>
              <a:rPr sz="2000" spc="-35" dirty="0"/>
              <a:t>are </a:t>
            </a:r>
            <a:r>
              <a:rPr sz="2000" spc="25" dirty="0"/>
              <a:t>at  </a:t>
            </a:r>
            <a:r>
              <a:rPr sz="2000" dirty="0"/>
              <a:t>the </a:t>
            </a:r>
            <a:r>
              <a:rPr sz="2000" spc="-35" dirty="0"/>
              <a:t>same </a:t>
            </a:r>
            <a:r>
              <a:rPr sz="2000" spc="-45" dirty="0"/>
              <a:t>stage. </a:t>
            </a:r>
            <a:r>
              <a:rPr sz="2000" spc="-85" dirty="0"/>
              <a:t>There </a:t>
            </a:r>
            <a:r>
              <a:rPr sz="2000" spc="-35" dirty="0"/>
              <a:t>also </a:t>
            </a:r>
            <a:r>
              <a:rPr sz="2000" spc="-15" dirty="0"/>
              <a:t>free </a:t>
            </a:r>
            <a:r>
              <a:rPr sz="2000" spc="-5" dirty="0"/>
              <a:t>net </a:t>
            </a:r>
            <a:r>
              <a:rPr sz="2000" spc="-35" dirty="0"/>
              <a:t>connection. </a:t>
            </a:r>
            <a:r>
              <a:rPr sz="2000" spc="-80" dirty="0"/>
              <a:t>Though </a:t>
            </a:r>
            <a:r>
              <a:rPr sz="2000" spc="-15" dirty="0"/>
              <a:t>there </a:t>
            </a:r>
            <a:r>
              <a:rPr sz="2000" spc="-25" dirty="0"/>
              <a:t>is </a:t>
            </a:r>
            <a:r>
              <a:rPr sz="2000" spc="-50" dirty="0"/>
              <a:t>no </a:t>
            </a:r>
            <a:r>
              <a:rPr sz="2000" spc="-60" dirty="0"/>
              <a:t>as </a:t>
            </a:r>
            <a:r>
              <a:rPr sz="2000" spc="-15" dirty="0"/>
              <a:t>much  </a:t>
            </a:r>
            <a:r>
              <a:rPr sz="2000" spc="10" dirty="0"/>
              <a:t>facilities</a:t>
            </a:r>
            <a:r>
              <a:rPr sz="2000" spc="-409" dirty="0"/>
              <a:t> </a:t>
            </a:r>
            <a:r>
              <a:rPr sz="2000" spc="-60" dirty="0"/>
              <a:t>as </a:t>
            </a:r>
            <a:r>
              <a:rPr sz="2000" dirty="0"/>
              <a:t>the </a:t>
            </a:r>
            <a:r>
              <a:rPr sz="2000" spc="-15" dirty="0"/>
              <a:t>city </a:t>
            </a:r>
            <a:r>
              <a:rPr sz="2000" spc="-45" dirty="0"/>
              <a:t>area. </a:t>
            </a:r>
            <a:r>
              <a:rPr sz="2000" spc="-25" dirty="0"/>
              <a:t>But village </a:t>
            </a:r>
            <a:r>
              <a:rPr sz="2000" dirty="0"/>
              <a:t>situation </a:t>
            </a:r>
            <a:r>
              <a:rPr sz="2000" spc="-35" dirty="0"/>
              <a:t>changing </a:t>
            </a:r>
            <a:r>
              <a:rPr sz="2000" spc="-40" dirty="0"/>
              <a:t>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81000"/>
            <a:ext cx="1005840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>
                <a:solidFill>
                  <a:srgbClr val="7B5304"/>
                </a:solidFill>
              </a:rPr>
              <a:t>Technology </a:t>
            </a:r>
            <a:r>
              <a:rPr spc="-185" dirty="0">
                <a:solidFill>
                  <a:srgbClr val="7B5304"/>
                </a:solidFill>
              </a:rPr>
              <a:t>in </a:t>
            </a:r>
            <a:r>
              <a:rPr spc="-225" dirty="0">
                <a:solidFill>
                  <a:srgbClr val="7B5304"/>
                </a:solidFill>
              </a:rPr>
              <a:t>School,College,other</a:t>
            </a:r>
            <a:r>
              <a:rPr spc="170" dirty="0">
                <a:solidFill>
                  <a:srgbClr val="7B5304"/>
                </a:solidFill>
              </a:rPr>
              <a:t> </a:t>
            </a:r>
            <a:r>
              <a:rPr spc="-204" dirty="0">
                <a:solidFill>
                  <a:srgbClr val="7B5304"/>
                </a:solidFill>
              </a:rPr>
              <a:t>places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762000"/>
            <a:ext cx="457200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936625" algn="l"/>
              </a:tabLst>
            </a:pPr>
            <a:r>
              <a:rPr spc="-315" dirty="0"/>
              <a:t>Our	</a:t>
            </a:r>
            <a:r>
              <a:rPr spc="-215" dirty="0"/>
              <a:t>Achievement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6791" y="1823670"/>
            <a:ext cx="7223759" cy="2860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14" dirty="0">
                <a:latin typeface="Arial"/>
                <a:cs typeface="Arial"/>
              </a:rPr>
              <a:t>We </a:t>
            </a:r>
            <a:r>
              <a:rPr sz="2000" spc="-70" dirty="0">
                <a:latin typeface="Arial"/>
                <a:cs typeface="Arial"/>
              </a:rPr>
              <a:t>have </a:t>
            </a:r>
            <a:r>
              <a:rPr sz="2000" spc="-75" dirty="0">
                <a:latin typeface="Arial"/>
                <a:cs typeface="Arial"/>
              </a:rPr>
              <a:t>so </a:t>
            </a:r>
            <a:r>
              <a:rPr sz="2000" spc="-40" dirty="0">
                <a:latin typeface="Arial"/>
                <a:cs typeface="Arial"/>
              </a:rPr>
              <a:t>many </a:t>
            </a:r>
            <a:r>
              <a:rPr sz="2000" spc="-25" dirty="0">
                <a:latin typeface="Arial"/>
                <a:cs typeface="Arial"/>
              </a:rPr>
              <a:t>achievement </a:t>
            </a:r>
            <a:r>
              <a:rPr sz="2000" spc="10" dirty="0">
                <a:latin typeface="Arial"/>
                <a:cs typeface="Arial"/>
              </a:rPr>
              <a:t>in </a:t>
            </a:r>
            <a:r>
              <a:rPr sz="2000" spc="-35" dirty="0">
                <a:latin typeface="Arial"/>
                <a:cs typeface="Arial"/>
              </a:rPr>
              <a:t>our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50" dirty="0">
                <a:latin typeface="Arial"/>
                <a:cs typeface="Arial"/>
              </a:rPr>
              <a:t>industry.We </a:t>
            </a:r>
            <a:r>
              <a:rPr sz="2000" spc="-20" dirty="0">
                <a:latin typeface="Arial"/>
                <a:cs typeface="Arial"/>
              </a:rPr>
              <a:t>get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many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65000"/>
              </a:lnSpc>
              <a:spcBef>
                <a:spcPts val="5"/>
              </a:spcBef>
            </a:pPr>
            <a:r>
              <a:rPr sz="2000" spc="-20" dirty="0">
                <a:latin typeface="Arial"/>
                <a:cs typeface="Arial"/>
              </a:rPr>
              <a:t>foreign </a:t>
            </a:r>
            <a:r>
              <a:rPr sz="2000" spc="-50" dirty="0">
                <a:latin typeface="Arial"/>
                <a:cs typeface="Arial"/>
              </a:rPr>
              <a:t>currency </a:t>
            </a:r>
            <a:r>
              <a:rPr sz="2000" spc="-35" dirty="0">
                <a:latin typeface="Arial"/>
                <a:cs typeface="Arial"/>
              </a:rPr>
              <a:t>via </a:t>
            </a:r>
            <a:r>
              <a:rPr sz="2000" spc="5" dirty="0">
                <a:latin typeface="Arial"/>
                <a:cs typeface="Arial"/>
              </a:rPr>
              <a:t>this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35" dirty="0">
                <a:latin typeface="Arial"/>
                <a:cs typeface="Arial"/>
              </a:rPr>
              <a:t>industry. </a:t>
            </a:r>
            <a:r>
              <a:rPr sz="2000" spc="-105" dirty="0">
                <a:latin typeface="Arial"/>
                <a:cs typeface="Arial"/>
              </a:rPr>
              <a:t>Our </a:t>
            </a:r>
            <a:r>
              <a:rPr lang="en-US" sz="2000" spc="60" dirty="0" smtClean="0">
                <a:latin typeface="Arial"/>
                <a:cs typeface="Arial"/>
              </a:rPr>
              <a:t>10+</a:t>
            </a:r>
            <a:r>
              <a:rPr sz="2000" spc="60" dirty="0" smtClean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students </a:t>
            </a:r>
            <a:r>
              <a:rPr sz="2000" spc="-20" dirty="0">
                <a:latin typeface="Arial"/>
                <a:cs typeface="Arial"/>
              </a:rPr>
              <a:t>get </a:t>
            </a:r>
            <a:r>
              <a:rPr sz="2000" spc="-15" dirty="0">
                <a:latin typeface="Arial"/>
                <a:cs typeface="Arial"/>
              </a:rPr>
              <a:t>job </a:t>
            </a:r>
            <a:r>
              <a:rPr sz="2000" spc="5" dirty="0">
                <a:latin typeface="Arial"/>
                <a:cs typeface="Arial"/>
              </a:rPr>
              <a:t>in  </a:t>
            </a:r>
            <a:r>
              <a:rPr sz="2000" spc="-80" dirty="0">
                <a:latin typeface="Arial"/>
                <a:cs typeface="Arial"/>
              </a:rPr>
              <a:t>Google. </a:t>
            </a:r>
            <a:r>
              <a:rPr sz="2000" spc="-45" dirty="0">
                <a:latin typeface="Arial"/>
                <a:cs typeface="Arial"/>
              </a:rPr>
              <a:t>Past </a:t>
            </a:r>
            <a:r>
              <a:rPr sz="2000" spc="-65" dirty="0">
                <a:latin typeface="Arial"/>
                <a:cs typeface="Arial"/>
              </a:rPr>
              <a:t>year </a:t>
            </a:r>
            <a:r>
              <a:rPr lang="en-US" sz="2000" spc="60" dirty="0">
                <a:latin typeface="Arial"/>
                <a:cs typeface="Arial"/>
              </a:rPr>
              <a:t>3</a:t>
            </a:r>
            <a:r>
              <a:rPr lang="en-US" sz="2000" spc="60" dirty="0" smtClean="0">
                <a:latin typeface="Arial"/>
                <a:cs typeface="Arial"/>
              </a:rPr>
              <a:t>+</a:t>
            </a:r>
            <a:r>
              <a:rPr sz="2000" spc="60" dirty="0" smtClean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students </a:t>
            </a:r>
            <a:r>
              <a:rPr sz="2000" spc="-20" dirty="0">
                <a:latin typeface="Arial"/>
                <a:cs typeface="Arial"/>
              </a:rPr>
              <a:t>got </a:t>
            </a:r>
            <a:r>
              <a:rPr sz="2000" spc="-15" dirty="0">
                <a:latin typeface="Arial"/>
                <a:cs typeface="Arial"/>
              </a:rPr>
              <a:t>job </a:t>
            </a:r>
            <a:r>
              <a:rPr sz="2000" spc="5" dirty="0">
                <a:latin typeface="Arial"/>
                <a:cs typeface="Arial"/>
              </a:rPr>
              <a:t>in </a:t>
            </a:r>
            <a:r>
              <a:rPr sz="2000" spc="-50" dirty="0">
                <a:latin typeface="Arial"/>
                <a:cs typeface="Arial"/>
              </a:rPr>
              <a:t>google </a:t>
            </a:r>
            <a:r>
              <a:rPr sz="2000" spc="-100" dirty="0">
                <a:latin typeface="Arial"/>
                <a:cs typeface="Arial"/>
              </a:rPr>
              <a:t>.Our </a:t>
            </a:r>
            <a:r>
              <a:rPr sz="2000" spc="-20" dirty="0">
                <a:latin typeface="Arial"/>
                <a:cs typeface="Arial"/>
              </a:rPr>
              <a:t>countryman  </a:t>
            </a:r>
            <a:r>
              <a:rPr sz="2000" spc="-95" dirty="0">
                <a:latin typeface="Arial"/>
                <a:cs typeface="Arial"/>
              </a:rPr>
              <a:t>Jawed </a:t>
            </a:r>
            <a:r>
              <a:rPr sz="2000" spc="-10" dirty="0">
                <a:latin typeface="Arial"/>
                <a:cs typeface="Arial"/>
              </a:rPr>
              <a:t>Karim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Co-founder </a:t>
            </a:r>
            <a:r>
              <a:rPr sz="2000" spc="10" dirty="0">
                <a:latin typeface="Arial"/>
                <a:cs typeface="Arial"/>
              </a:rPr>
              <a:t>of </a:t>
            </a:r>
            <a:r>
              <a:rPr sz="2000" spc="-75" dirty="0">
                <a:latin typeface="Arial"/>
                <a:cs typeface="Arial"/>
              </a:rPr>
              <a:t>Youtube. </a:t>
            </a:r>
            <a:r>
              <a:rPr sz="2000" spc="-85" dirty="0">
                <a:latin typeface="Arial"/>
                <a:cs typeface="Arial"/>
              </a:rPr>
              <a:t>There </a:t>
            </a:r>
            <a:r>
              <a:rPr sz="2000" spc="-35" dirty="0">
                <a:latin typeface="Arial"/>
                <a:cs typeface="Arial"/>
              </a:rPr>
              <a:t>are also </a:t>
            </a:r>
            <a:r>
              <a:rPr sz="2000" spc="-40" dirty="0">
                <a:latin typeface="Arial"/>
                <a:cs typeface="Arial"/>
              </a:rPr>
              <a:t>many  </a:t>
            </a:r>
            <a:r>
              <a:rPr sz="2000" spc="-15" dirty="0">
                <a:latin typeface="Arial"/>
                <a:cs typeface="Arial"/>
              </a:rPr>
              <a:t>public </a:t>
            </a:r>
            <a:r>
              <a:rPr sz="2000" spc="-45" dirty="0">
                <a:latin typeface="Arial"/>
                <a:cs typeface="Arial"/>
              </a:rPr>
              <a:t>who </a:t>
            </a:r>
            <a:r>
              <a:rPr sz="2000" spc="-70" dirty="0">
                <a:latin typeface="Arial"/>
                <a:cs typeface="Arial"/>
              </a:rPr>
              <a:t>go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40" dirty="0">
                <a:latin typeface="Arial"/>
                <a:cs typeface="Arial"/>
              </a:rPr>
              <a:t>abroad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30" dirty="0">
                <a:latin typeface="Arial"/>
                <a:cs typeface="Arial"/>
              </a:rPr>
              <a:t>job. </a:t>
            </a:r>
            <a:r>
              <a:rPr sz="2000" spc="-120" dirty="0">
                <a:latin typeface="Arial"/>
                <a:cs typeface="Arial"/>
              </a:rPr>
              <a:t>They </a:t>
            </a:r>
            <a:r>
              <a:rPr sz="2000" spc="-35" dirty="0">
                <a:latin typeface="Arial"/>
                <a:cs typeface="Arial"/>
              </a:rPr>
              <a:t>are </a:t>
            </a:r>
            <a:r>
              <a:rPr sz="2000" spc="15" dirty="0">
                <a:latin typeface="Arial"/>
                <a:cs typeface="Arial"/>
              </a:rPr>
              <a:t>all </a:t>
            </a:r>
            <a:r>
              <a:rPr sz="2000" spc="-35" dirty="0">
                <a:latin typeface="Arial"/>
                <a:cs typeface="Arial"/>
              </a:rPr>
              <a:t>educated and </a:t>
            </a:r>
            <a:r>
              <a:rPr sz="2000" spc="-40" dirty="0">
                <a:latin typeface="Arial"/>
                <a:cs typeface="Arial"/>
              </a:rPr>
              <a:t>they</a:t>
            </a:r>
            <a:r>
              <a:rPr sz="2000" spc="-40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job  </a:t>
            </a:r>
            <a:r>
              <a:rPr sz="2000" spc="5" dirty="0">
                <a:latin typeface="Arial"/>
                <a:cs typeface="Arial"/>
              </a:rPr>
              <a:t>in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IT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sector.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3" y="944815"/>
            <a:ext cx="3346196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>
                <a:solidFill>
                  <a:srgbClr val="C00000"/>
                </a:solidFill>
              </a:rPr>
              <a:t>C</a:t>
            </a:r>
            <a:r>
              <a:rPr spc="-425" dirty="0">
                <a:solidFill>
                  <a:srgbClr val="C00000"/>
                </a:solidFill>
              </a:rPr>
              <a:t>ON</a:t>
            </a:r>
            <a:r>
              <a:rPr spc="-400" dirty="0">
                <a:solidFill>
                  <a:srgbClr val="C00000"/>
                </a:solidFill>
              </a:rPr>
              <a:t>C</a:t>
            </a:r>
            <a:r>
              <a:rPr spc="-440" dirty="0">
                <a:solidFill>
                  <a:srgbClr val="C00000"/>
                </a:solidFill>
              </a:rPr>
              <a:t>L</a:t>
            </a:r>
            <a:r>
              <a:rPr spc="-320" dirty="0">
                <a:solidFill>
                  <a:srgbClr val="C00000"/>
                </a:solidFill>
              </a:rPr>
              <a:t>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2991" y="1823673"/>
            <a:ext cx="7263765" cy="23576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Arial"/>
                <a:cs typeface="Arial"/>
              </a:rPr>
              <a:t>At </a:t>
            </a:r>
            <a:r>
              <a:rPr sz="2000" spc="5" dirty="0">
                <a:latin typeface="Arial"/>
                <a:cs typeface="Arial"/>
              </a:rPr>
              <a:t>last </a:t>
            </a:r>
            <a:r>
              <a:rPr sz="2000" spc="-65" dirty="0">
                <a:latin typeface="Arial"/>
                <a:cs typeface="Arial"/>
              </a:rPr>
              <a:t>we </a:t>
            </a:r>
            <a:r>
              <a:rPr sz="2000" spc="-45" dirty="0">
                <a:latin typeface="Arial"/>
                <a:cs typeface="Arial"/>
              </a:rPr>
              <a:t>can </a:t>
            </a:r>
            <a:r>
              <a:rPr sz="2000" spc="-95" dirty="0">
                <a:latin typeface="Arial"/>
                <a:cs typeface="Arial"/>
              </a:rPr>
              <a:t>say </a:t>
            </a:r>
            <a:r>
              <a:rPr sz="2000" spc="30" dirty="0">
                <a:latin typeface="Arial"/>
                <a:cs typeface="Arial"/>
              </a:rPr>
              <a:t>that </a:t>
            </a:r>
            <a:r>
              <a:rPr sz="2000" spc="-50" dirty="0">
                <a:latin typeface="Arial"/>
                <a:cs typeface="Arial"/>
              </a:rPr>
              <a:t>Bangladesh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20" dirty="0">
                <a:latin typeface="Arial"/>
                <a:cs typeface="Arial"/>
              </a:rPr>
              <a:t>industry </a:t>
            </a:r>
            <a:r>
              <a:rPr sz="2000" spc="-35" dirty="0">
                <a:latin typeface="Arial"/>
                <a:cs typeface="Arial"/>
              </a:rPr>
              <a:t>ging </a:t>
            </a:r>
            <a:r>
              <a:rPr sz="2000" spc="-5" dirty="0">
                <a:latin typeface="Arial"/>
                <a:cs typeface="Arial"/>
              </a:rPr>
              <a:t>better </a:t>
            </a:r>
            <a:r>
              <a:rPr sz="2000" spc="-75" dirty="0">
                <a:latin typeface="Arial"/>
                <a:cs typeface="Arial"/>
              </a:rPr>
              <a:t>day</a:t>
            </a:r>
            <a:r>
              <a:rPr sz="2000" spc="-33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by</a:t>
            </a:r>
            <a:endParaRPr sz="20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65"/>
              </a:spcBef>
            </a:pPr>
            <a:r>
              <a:rPr sz="2000" spc="-90" dirty="0">
                <a:latin typeface="Arial"/>
                <a:cs typeface="Arial"/>
              </a:rPr>
              <a:t>day.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Though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50" dirty="0">
                <a:latin typeface="Arial"/>
                <a:cs typeface="Arial"/>
              </a:rPr>
              <a:t> has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many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problem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but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it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will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be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top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short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65000"/>
              </a:lnSpc>
            </a:pPr>
            <a:r>
              <a:rPr sz="2000" spc="10" dirty="0">
                <a:latin typeface="Arial"/>
                <a:cs typeface="Arial"/>
              </a:rPr>
              <a:t>time. </a:t>
            </a:r>
            <a:r>
              <a:rPr sz="2000" spc="-50" dirty="0">
                <a:latin typeface="Arial"/>
                <a:cs typeface="Arial"/>
              </a:rPr>
              <a:t>Bangladesh </a:t>
            </a:r>
            <a:r>
              <a:rPr sz="2000" spc="-35" dirty="0">
                <a:latin typeface="Arial"/>
                <a:cs typeface="Arial"/>
              </a:rPr>
              <a:t>government </a:t>
            </a:r>
            <a:r>
              <a:rPr sz="2000" spc="-10" dirty="0">
                <a:latin typeface="Arial"/>
                <a:cs typeface="Arial"/>
              </a:rPr>
              <a:t>trying </a:t>
            </a:r>
            <a:r>
              <a:rPr sz="2000" spc="-25" dirty="0">
                <a:latin typeface="Arial"/>
                <a:cs typeface="Arial"/>
              </a:rPr>
              <a:t>hard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60" dirty="0">
                <a:latin typeface="Arial"/>
                <a:cs typeface="Arial"/>
              </a:rPr>
              <a:t>solve </a:t>
            </a:r>
            <a:r>
              <a:rPr sz="2000" spc="-35" dirty="0">
                <a:latin typeface="Arial"/>
                <a:cs typeface="Arial"/>
              </a:rPr>
              <a:t>these </a:t>
            </a:r>
            <a:r>
              <a:rPr sz="2000" spc="-25" dirty="0">
                <a:latin typeface="Arial"/>
                <a:cs typeface="Arial"/>
              </a:rPr>
              <a:t>problems  </a:t>
            </a:r>
            <a:r>
              <a:rPr sz="2000" spc="-35" dirty="0">
                <a:latin typeface="Arial"/>
                <a:cs typeface="Arial"/>
              </a:rPr>
              <a:t>and add </a:t>
            </a:r>
            <a:r>
              <a:rPr sz="2000" spc="-45" dirty="0">
                <a:latin typeface="Arial"/>
                <a:cs typeface="Arial"/>
              </a:rPr>
              <a:t>various </a:t>
            </a:r>
            <a:r>
              <a:rPr sz="2000" dirty="0">
                <a:latin typeface="Arial"/>
                <a:cs typeface="Arial"/>
              </a:rPr>
              <a:t>facilities. </a:t>
            </a:r>
            <a:r>
              <a:rPr sz="2000" spc="-114" dirty="0">
                <a:latin typeface="Arial"/>
                <a:cs typeface="Arial"/>
              </a:rPr>
              <a:t>The </a:t>
            </a:r>
            <a:r>
              <a:rPr sz="2000" spc="-75" dirty="0">
                <a:latin typeface="Arial"/>
                <a:cs typeface="Arial"/>
              </a:rPr>
              <a:t>day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not </a:t>
            </a:r>
            <a:r>
              <a:rPr sz="2000" spc="-30" dirty="0">
                <a:latin typeface="Arial"/>
                <a:cs typeface="Arial"/>
              </a:rPr>
              <a:t>far, </a:t>
            </a:r>
            <a:r>
              <a:rPr sz="2000" spc="-25" dirty="0">
                <a:latin typeface="Arial"/>
                <a:cs typeface="Arial"/>
              </a:rPr>
              <a:t>which </a:t>
            </a:r>
            <a:r>
              <a:rPr sz="2000" spc="-75" dirty="0">
                <a:latin typeface="Arial"/>
                <a:cs typeface="Arial"/>
              </a:rPr>
              <a:t>day</a:t>
            </a:r>
            <a:r>
              <a:rPr sz="2000" spc="-28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Bangladesh  </a:t>
            </a:r>
            <a:r>
              <a:rPr sz="2000" spc="-140" dirty="0">
                <a:latin typeface="Arial"/>
                <a:cs typeface="Arial"/>
              </a:rPr>
              <a:t>IT </a:t>
            </a:r>
            <a:r>
              <a:rPr sz="2000" spc="-20" dirty="0">
                <a:latin typeface="Arial"/>
                <a:cs typeface="Arial"/>
              </a:rPr>
              <a:t>industry </a:t>
            </a:r>
            <a:r>
              <a:rPr sz="2000" spc="20" dirty="0">
                <a:latin typeface="Arial"/>
                <a:cs typeface="Arial"/>
              </a:rPr>
              <a:t>will </a:t>
            </a:r>
            <a:r>
              <a:rPr sz="2000" spc="-15" dirty="0">
                <a:latin typeface="Arial"/>
                <a:cs typeface="Arial"/>
              </a:rPr>
              <a:t>top </a:t>
            </a:r>
            <a:r>
              <a:rPr sz="2000" spc="-25" dirty="0">
                <a:latin typeface="Arial"/>
                <a:cs typeface="Arial"/>
              </a:rPr>
              <a:t>among </a:t>
            </a:r>
            <a:r>
              <a:rPr sz="2000" spc="20" dirty="0">
                <a:latin typeface="Arial"/>
                <a:cs typeface="Arial"/>
              </a:rPr>
              <a:t>all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world’s </a:t>
            </a:r>
            <a:r>
              <a:rPr sz="2000" spc="-135" dirty="0">
                <a:latin typeface="Arial"/>
                <a:cs typeface="Arial"/>
              </a:rPr>
              <a:t>IT</a:t>
            </a:r>
            <a:r>
              <a:rPr sz="2000" spc="-3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sector.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227</TotalTime>
  <Words>1251</Words>
  <Application>Microsoft Office PowerPoint</Application>
  <PresentationFormat>Custom</PresentationFormat>
  <Paragraphs>126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Concourse</vt:lpstr>
      <vt:lpstr>Welcome to our presentation </vt:lpstr>
      <vt:lpstr>PowerPoint Presentation</vt:lpstr>
      <vt:lpstr>INTRODUCTION</vt:lpstr>
      <vt:lpstr>Problems of IT Industry</vt:lpstr>
      <vt:lpstr>Problems of IT Industry</vt:lpstr>
      <vt:lpstr>Village people don’t know about IT much</vt:lpstr>
      <vt:lpstr>High price of bandwidth.</vt:lpstr>
      <vt:lpstr>Not growing good hardware companies.</vt:lpstr>
      <vt:lpstr>High price of IT products.</vt:lpstr>
      <vt:lpstr>Electricity problem.</vt:lpstr>
      <vt:lpstr>Lack of practical knowledge about technology.</vt:lpstr>
      <vt:lpstr>Need land to build a factory.</vt:lpstr>
      <vt:lpstr>Crisis of hardware to use full bandwidth.</vt:lpstr>
      <vt:lpstr>Political various reason.</vt:lpstr>
      <vt:lpstr>Prospects of IT Industry In Bangladesh</vt:lpstr>
      <vt:lpstr>Various Report About Our IT Sector</vt:lpstr>
      <vt:lpstr>Our Software Export Sector</vt:lpstr>
      <vt:lpstr>In the Frelanceing Sector</vt:lpstr>
      <vt:lpstr>IT Industry in Our Country Economy</vt:lpstr>
      <vt:lpstr>Technology in School,College,other places</vt:lpstr>
      <vt:lpstr>Our Achievement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Saidujjaman</cp:lastModifiedBy>
  <cp:revision>12</cp:revision>
  <dcterms:created xsi:type="dcterms:W3CDTF">2018-04-05T15:39:35Z</dcterms:created>
  <dcterms:modified xsi:type="dcterms:W3CDTF">2018-04-06T16:39:08Z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2018-04-05T00:00:00Z</vt:filetime>
  </property>
</Properties>
</file>